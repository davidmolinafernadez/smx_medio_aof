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821"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Abre con una pregunta: ‘¿Qué necesita una empresa para funcionar desde su primer día?’. Explica que durante el curso el alumnado no simulará ejercicios aislados: construirá una empresa o proyecto y resolverá encargos reales.</a:t>
            </a:r>
          </a:p>
          <a:p>
            <a:endParaRPr/>
          </a:p>
          <a:p>
            <a:r>
              <a:t>[Sources]</a:t>
            </a:r>
          </a:p>
          <a:p>
            <a:r>
              <a:t>- Imagen original generada para el proyecto AOF (2026)</a:t>
            </a:r>
          </a:p>
          <a:p>
            <a:r>
              <a:t>- Proyecto docente local SMX_MEDIO_AOF</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 el hilo conductor anual. Cada actividad deja una pieza útil para la empresa: una decisión, un documento, una base de datos, una pieza visual o una solución para un cliente.</a:t>
            </a:r>
          </a:p>
          <a:p>
            <a:endParaRPr/>
          </a:p>
          <a:p>
            <a:r>
              <a:t>[Sources]</a:t>
            </a:r>
          </a:p>
          <a:p>
            <a:r>
              <a:t>- Proyecto docente local SMX_MEDIO_AOF</a:t>
            </a:r>
          </a:p>
          <a:p>
            <a:r>
              <a:t>- Imagen original generada para el proyecto AOF (2026)</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 hace falta explicar ahora cada unidad en detalle. Usa el recorrido para que vean la lógica: primero se instala y organiza; después se produce y analiza; al final se comunica y se da soporte.</a:t>
            </a:r>
          </a:p>
          <a:p>
            <a:endParaRPr/>
          </a:p>
          <a:p>
            <a:r>
              <a:t>[Sources]</a:t>
            </a:r>
          </a:p>
          <a:p>
            <a:r>
              <a:t>- Planificación de unidades del proyecto docente SMX_MEDIO_AOF</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 la rutina didáctica. La explicación inicial será breve y directa. Después se mostrará el procedimiento en una alternativa libre y, cuando proceda, en una comercial. La práctica guiada prepara el encargo evaluable. El ejemplo de empresa ficticia es una referencia, no un archivo para copiar.</a:t>
            </a:r>
          </a:p>
          <a:p>
            <a:endParaRPr/>
          </a:p>
          <a:p>
            <a:r>
              <a:t>[Sources]</a:t>
            </a:r>
          </a:p>
          <a:p>
            <a:r>
              <a:t>- Metodología del proyecto docente SMX_MEDIO_AOF</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Aclara que se facilitarán opciones y materiales para ambas familias de software. Los productos entregables deben cumplir los mismos criterios, independientemente de la herramienta elegida. Indica qué programas están disponibles en el centro.</a:t>
            </a:r>
          </a:p>
          <a:p>
            <a:endParaRPr/>
          </a:p>
          <a:p>
            <a:r>
              <a:t>[Sources]</a:t>
            </a:r>
          </a:p>
          <a:p>
            <a:r>
              <a:t>- LibreOffice: https://www.libreoffice.org/</a:t>
            </a:r>
          </a:p>
          <a:p>
            <a:r>
              <a:t>- Microsoft 365: https://www.microsoft.com/microsoft-365</a:t>
            </a:r>
          </a:p>
          <a:p>
            <a:r>
              <a:t>- GIMP: https://www.gimp.org/</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 los porcentajes como propuesta de evaluación del curso. Recalca que los controles son prácticos e individuales y sirven para comprobar que cada persona domina los procedimientos, aunque el proyecto incluya trabajo cooperativo.</a:t>
            </a:r>
          </a:p>
          <a:p>
            <a:endParaRPr/>
          </a:p>
          <a:p>
            <a:r>
              <a:t>[Sources]</a:t>
            </a:r>
          </a:p>
          <a:p>
            <a:r>
              <a:t>- Criterios de evaluación del proyecto docente SMX_MEDIO_AOF</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 que 35 horas se desarrollarán vinculadas a la empresa y que esas experiencias deben quedar reflejadas en evidencias. Presenta el RA9 como la competencia transversal de soporte: escuchar, diagnosticar, resolver y documentar.</a:t>
            </a:r>
          </a:p>
          <a:p>
            <a:endParaRPr/>
          </a:p>
          <a:p>
            <a:r>
              <a:t>[Sources]</a:t>
            </a:r>
          </a:p>
          <a:p>
            <a:r>
              <a:t>- Planificación horaria oficial del módulo AOF: 224 h</a:t>
            </a:r>
          </a:p>
          <a:p>
            <a:r>
              <a:t>- Proyecto docente SMX_MEDIO_AOF: 189 h centro + 35 h empresa</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Forma equipos y activa un temporizador de 25 minutos. Cada equipo debe elegir un nombre provisional, identificar un cliente y un problema, y preparar un pitch de 30 segundos. Cierra recogiendo los nombres y explicando que podrán mejorarlos en la unidad de identidad corporativa.</a:t>
            </a:r>
          </a:p>
          <a:p>
            <a:endParaRPr/>
          </a:p>
          <a:p>
            <a:r>
              <a:t>[Sources]</a:t>
            </a:r>
          </a:p>
          <a:p>
            <a:r>
              <a:t>- Actividad inicial propia del proyecto docente SMX_MEDIO_AOF</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F3A"/>
        </a:solidFill>
        <a:effectLst/>
      </p:bgPr>
    </p:bg>
    <p:spTree>
      <p:nvGrpSpPr>
        <p:cNvPr id="1" name=""/>
        <p:cNvGrpSpPr/>
        <p:nvPr/>
      </p:nvGrpSpPr>
      <p:grpSpPr>
        <a:xfrm>
          <a:off x="0" y="0"/>
          <a:ext cx="0" cy="0"/>
          <a:chOff x="0" y="0"/>
          <a:chExt cx="0" cy="0"/>
        </a:xfrm>
      </p:grpSpPr>
      <p:pic>
        <p:nvPicPr>
          <p:cNvPr id="10" name="Imagen 9"/>
          <p:cNvPicPr>
            <a:picLocks noChangeAspect="1"/>
          </p:cNvPicPr>
          <p:nvPr/>
        </p:nvPicPr>
        <p:blipFill>
          <a:blip r:embed="rId3"/>
          <a:srcRect l="23814" r="23814"/>
          <a:stretch>
            <a:fillRect/>
          </a:stretch>
        </p:blipFill>
        <p:spPr>
          <a:xfrm>
            <a:off x="5810250" y="0"/>
            <a:ext cx="6381750" cy="6858000"/>
          </a:xfrm>
          <a:prstGeom prst="rect">
            <a:avLst/>
          </a:prstGeom>
        </p:spPr>
      </p:pic>
      <p:sp>
        <p:nvSpPr>
          <p:cNvPr id="2" name="Rectángulo 1">
            <a:extLst>
              <a:ext uri="{FF2B5EF4-FFF2-40B4-BE49-F238E27FC236}">
                <a16:creationId xmlns:a16="http://schemas.microsoft.com/office/drawing/2014/main" id="{A43D792C-68D7-48CC-927B-EC798B29394D}"/>
              </a:ext>
            </a:extLst>
          </p:cNvPr>
          <p:cNvSpPr>
            <a:spLocks noGrp="1"/>
          </p:cNvSpPr>
          <p:nvPr/>
        </p:nvSpPr>
        <p:spPr>
          <a:xfrm>
            <a:off x="0" y="0"/>
            <a:ext cx="6381750" cy="6858000"/>
          </a:xfrm>
          <a:prstGeom prst="rect">
            <a:avLst/>
          </a:prstGeom>
          <a:solidFill>
            <a:srgbClr val="0B1F3A"/>
          </a:solidFill>
          <a:ln w="0">
            <a:noFill/>
            <a:prstDash val="solid"/>
          </a:ln>
        </p:spPr>
      </p:sp>
      <p:sp>
        <p:nvSpPr>
          <p:cNvPr id="3" name="Rectángulo 2">
            <a:extLst>
              <a:ext uri="{FF2B5EF4-FFF2-40B4-BE49-F238E27FC236}">
                <a16:creationId xmlns:a16="http://schemas.microsoft.com/office/drawing/2014/main" id="{A99C314B-7458-419C-A6D8-6CC0784A8CAF}"/>
              </a:ext>
            </a:extLst>
          </p:cNvPr>
          <p:cNvSpPr>
            <a:spLocks noGrp="1"/>
          </p:cNvSpPr>
          <p:nvPr/>
        </p:nvSpPr>
        <p:spPr>
          <a:xfrm>
            <a:off x="5810250" y="0"/>
            <a:ext cx="857250" cy="6858000"/>
          </a:xfrm>
          <a:prstGeom prst="rect">
            <a:avLst/>
          </a:prstGeom>
          <a:solidFill>
            <a:srgbClr val="0B1F3A"/>
          </a:solidFill>
          <a:ln w="0">
            <a:noFill/>
            <a:prstDash val="solid"/>
          </a:ln>
        </p:spPr>
      </p:sp>
      <p:sp>
        <p:nvSpPr>
          <p:cNvPr id="4" name="Rectángulo 3">
            <a:extLst>
              <a:ext uri="{FF2B5EF4-FFF2-40B4-BE49-F238E27FC236}">
                <a16:creationId xmlns:a16="http://schemas.microsoft.com/office/drawing/2014/main" id="{EC4C5D6F-CDAE-4A92-A6F5-93DAA5B9EE47}"/>
              </a:ext>
            </a:extLst>
          </p:cNvPr>
          <p:cNvSpPr>
            <a:spLocks noGrp="1"/>
          </p:cNvSpPr>
          <p:nvPr/>
        </p:nvSpPr>
        <p:spPr>
          <a:xfrm>
            <a:off x="609600" y="523875"/>
            <a:ext cx="2476500" cy="266700"/>
          </a:xfrm>
          <a:prstGeom prst="rect">
            <a:avLst/>
          </a:prstGeom>
          <a:noFill/>
          <a:ln w="0">
            <a:noFill/>
            <a:prstDash val="solid"/>
          </a:ln>
        </p:spPr>
        <p:txBody>
          <a:bodyPr anchor="ctr"/>
          <a:lstStyle/>
          <a:p>
            <a:pPr algn="l">
              <a:defRPr sz="1050" b="1">
                <a:solidFill>
                  <a:srgbClr val="22C9C3"/>
                </a:solidFill>
              </a:defRPr>
            </a:pPr>
            <a:r>
              <a:rPr sz="1050" b="1">
                <a:solidFill>
                  <a:srgbClr val="22C9C3"/>
                </a:solidFill>
              </a:rPr>
              <a:t>AOF · 1º SMX</a:t>
            </a:r>
          </a:p>
        </p:txBody>
      </p:sp>
      <p:sp>
        <p:nvSpPr>
          <p:cNvPr id="5" name="Rectángulo 4">
            <a:extLst>
              <a:ext uri="{FF2B5EF4-FFF2-40B4-BE49-F238E27FC236}">
                <a16:creationId xmlns:a16="http://schemas.microsoft.com/office/drawing/2014/main" id="{A2ED1228-5AA9-49F6-BD75-D72562D0AECC}"/>
              </a:ext>
            </a:extLst>
          </p:cNvPr>
          <p:cNvSpPr>
            <a:spLocks noGrp="1"/>
          </p:cNvSpPr>
          <p:nvPr/>
        </p:nvSpPr>
        <p:spPr>
          <a:xfrm>
            <a:off x="609600" y="1381125"/>
            <a:ext cx="5334000" cy="1619250"/>
          </a:xfrm>
          <a:prstGeom prst="rect">
            <a:avLst/>
          </a:prstGeom>
          <a:noFill/>
          <a:ln w="0">
            <a:noFill/>
            <a:prstDash val="solid"/>
          </a:ln>
        </p:spPr>
        <p:txBody>
          <a:bodyPr anchor="ctr"/>
          <a:lstStyle/>
          <a:p>
            <a:pPr algn="l">
              <a:defRPr sz="3900" b="1">
                <a:solidFill>
                  <a:srgbClr val="FFFFFF"/>
                </a:solidFill>
              </a:defRPr>
            </a:pPr>
            <a:r>
              <a:rPr sz="3900" b="1">
                <a:solidFill>
                  <a:srgbClr val="FFFFFF"/>
                </a:solidFill>
              </a:rPr>
              <a:t>APLICACIONES</a:t>
            </a:r>
          </a:p>
          <a:p>
            <a:pPr algn="l">
              <a:defRPr sz="3900" b="1">
                <a:solidFill>
                  <a:srgbClr val="FFFFFF"/>
                </a:solidFill>
              </a:defRPr>
            </a:pPr>
            <a:r>
              <a:rPr sz="3900" b="1">
                <a:solidFill>
                  <a:srgbClr val="FFFFFF"/>
                </a:solidFill>
              </a:rPr>
              <a:t>OFIMÁTICAS</a:t>
            </a:r>
          </a:p>
        </p:txBody>
      </p:sp>
      <p:sp>
        <p:nvSpPr>
          <p:cNvPr id="6" name="Rectángulo 5">
            <a:extLst>
              <a:ext uri="{FF2B5EF4-FFF2-40B4-BE49-F238E27FC236}">
                <a16:creationId xmlns:a16="http://schemas.microsoft.com/office/drawing/2014/main" id="{7B6E9357-7971-4BB7-9F39-21C341471BB1}"/>
              </a:ext>
            </a:extLst>
          </p:cNvPr>
          <p:cNvSpPr>
            <a:spLocks noGrp="1"/>
          </p:cNvSpPr>
          <p:nvPr/>
        </p:nvSpPr>
        <p:spPr>
          <a:xfrm>
            <a:off x="609600" y="3352800"/>
            <a:ext cx="4476750" cy="1028700"/>
          </a:xfrm>
          <a:prstGeom prst="rect">
            <a:avLst/>
          </a:prstGeom>
          <a:noFill/>
          <a:ln w="0">
            <a:noFill/>
            <a:prstDash val="solid"/>
          </a:ln>
        </p:spPr>
        <p:txBody>
          <a:bodyPr anchor="ctr"/>
          <a:lstStyle/>
          <a:p>
            <a:pPr algn="l">
              <a:defRPr sz="2175" b="1">
                <a:solidFill>
                  <a:srgbClr val="F6B94A"/>
                </a:solidFill>
              </a:defRPr>
            </a:pPr>
            <a:r>
              <a:rPr sz="2175" b="1">
                <a:solidFill>
                  <a:srgbClr val="F6B94A"/>
                </a:solidFill>
              </a:rPr>
              <a:t>Tu primer trabajo</a:t>
            </a:r>
          </a:p>
          <a:p>
            <a:pPr algn="l">
              <a:defRPr sz="2175" b="1">
                <a:solidFill>
                  <a:srgbClr val="F6B94A"/>
                </a:solidFill>
              </a:defRPr>
            </a:pPr>
            <a:r>
              <a:rPr sz="2175" b="1">
                <a:solidFill>
                  <a:srgbClr val="F6B94A"/>
                </a:solidFill>
              </a:rPr>
              <a:t>empieza aquí.</a:t>
            </a:r>
          </a:p>
        </p:txBody>
      </p:sp>
      <p:sp>
        <p:nvSpPr>
          <p:cNvPr id="7" name="Rectángulo 6">
            <a:extLst>
              <a:ext uri="{FF2B5EF4-FFF2-40B4-BE49-F238E27FC236}">
                <a16:creationId xmlns:a16="http://schemas.microsoft.com/office/drawing/2014/main" id="{AA1D606D-CDE2-4D4A-A004-86E6C176AF1F}"/>
              </a:ext>
            </a:extLst>
          </p:cNvPr>
          <p:cNvSpPr>
            <a:spLocks noGrp="1"/>
          </p:cNvSpPr>
          <p:nvPr/>
        </p:nvSpPr>
        <p:spPr>
          <a:xfrm>
            <a:off x="609600" y="5467350"/>
            <a:ext cx="2381250" cy="285750"/>
          </a:xfrm>
          <a:prstGeom prst="rect">
            <a:avLst/>
          </a:prstGeom>
          <a:noFill/>
          <a:ln w="0">
            <a:noFill/>
            <a:prstDash val="solid"/>
          </a:ln>
        </p:spPr>
        <p:txBody>
          <a:bodyPr anchor="ctr"/>
          <a:lstStyle/>
          <a:p>
            <a:pPr algn="l">
              <a:defRPr sz="1275" b="0">
                <a:solidFill>
                  <a:srgbClr val="C9D7E4"/>
                </a:solidFill>
              </a:defRPr>
            </a:pPr>
            <a:r>
              <a:rPr sz="1275" b="0">
                <a:solidFill>
                  <a:srgbClr val="C9D7E4"/>
                </a:solidFill>
              </a:rPr>
              <a:t>Curso 2026–2027</a:t>
            </a:r>
          </a:p>
        </p:txBody>
      </p:sp>
      <p:sp>
        <p:nvSpPr>
          <p:cNvPr id="8" name="Rectángulo: esquinas redondeadas 7">
            <a:extLst>
              <a:ext uri="{FF2B5EF4-FFF2-40B4-BE49-F238E27FC236}">
                <a16:creationId xmlns:a16="http://schemas.microsoft.com/office/drawing/2014/main" id="{C653733E-F53B-40E9-802E-B3D07B19B6F2}"/>
              </a:ext>
            </a:extLst>
          </p:cNvPr>
          <p:cNvSpPr>
            <a:spLocks noGrp="1"/>
          </p:cNvSpPr>
          <p:nvPr/>
        </p:nvSpPr>
        <p:spPr>
          <a:xfrm>
            <a:off x="609600" y="5924550"/>
            <a:ext cx="3429000" cy="457200"/>
          </a:xfrm>
          <a:prstGeom prst="roundRect">
            <a:avLst>
              <a:gd name="adj" fmla="val 25000"/>
            </a:avLst>
          </a:prstGeom>
          <a:solidFill>
            <a:srgbClr val="22C9C3"/>
          </a:solidFill>
          <a:ln w="0">
            <a:solidFill>
              <a:srgbClr val="22C9C3"/>
            </a:solidFill>
            <a:prstDash val="solid"/>
          </a:ln>
        </p:spPr>
      </p:sp>
      <p:sp>
        <p:nvSpPr>
          <p:cNvPr id="9" name="Rectángulo 8">
            <a:extLst>
              <a:ext uri="{FF2B5EF4-FFF2-40B4-BE49-F238E27FC236}">
                <a16:creationId xmlns:a16="http://schemas.microsoft.com/office/drawing/2014/main" id="{0E860973-C9A8-42C5-B697-210EBCE15513}"/>
              </a:ext>
            </a:extLst>
          </p:cNvPr>
          <p:cNvSpPr>
            <a:spLocks noGrp="1"/>
          </p:cNvSpPr>
          <p:nvPr/>
        </p:nvSpPr>
        <p:spPr>
          <a:xfrm>
            <a:off x="800100" y="5991225"/>
            <a:ext cx="3048000" cy="304800"/>
          </a:xfrm>
          <a:prstGeom prst="rect">
            <a:avLst/>
          </a:prstGeom>
          <a:noFill/>
          <a:ln w="0">
            <a:noFill/>
            <a:prstDash val="solid"/>
          </a:ln>
        </p:spPr>
        <p:txBody>
          <a:bodyPr anchor="ctr"/>
          <a:lstStyle/>
          <a:p>
            <a:pPr algn="ctr">
              <a:defRPr sz="1050" b="1">
                <a:solidFill>
                  <a:srgbClr val="0B1F3A"/>
                </a:solidFill>
              </a:defRPr>
            </a:pPr>
            <a:r>
              <a:rPr sz="1050" b="1">
                <a:solidFill>
                  <a:srgbClr val="0B1F3A"/>
                </a:solidFill>
              </a:rPr>
              <a:t>HOY FUNDAMOS LA EMPRESA</a:t>
            </a:r>
          </a:p>
        </p:txBody>
      </p:sp>
    </p:spTree>
    <p:extLst>
      <p:ext uri="{BB962C8B-B14F-4D97-AF65-F5344CB8AC3E}">
        <p14:creationId xmlns:p14="http://schemas.microsoft.com/office/powerpoint/2010/main" val="18026964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19" name="Rectángulo 18">
            <a:extLst>
              <a:ext uri="{FF2B5EF4-FFF2-40B4-BE49-F238E27FC236}">
                <a16:creationId xmlns:a16="http://schemas.microsoft.com/office/drawing/2014/main" id="{A1BD6710-0D0A-43C0-A222-B24629444473}"/>
              </a:ext>
            </a:extLst>
          </p:cNvPr>
          <p:cNvSpPr>
            <a:spLocks noGrp="1"/>
          </p:cNvSpPr>
          <p:nvPr/>
        </p:nvSpPr>
        <p:spPr>
          <a:xfrm>
            <a:off x="609600" y="400050"/>
            <a:ext cx="5143500" cy="247650"/>
          </a:xfrm>
          <a:prstGeom prst="rect">
            <a:avLst/>
          </a:prstGeom>
          <a:noFill/>
          <a:ln w="0">
            <a:noFill/>
            <a:prstDash val="solid"/>
          </a:ln>
        </p:spPr>
        <p:txBody>
          <a:bodyPr anchor="ctr"/>
          <a:lstStyle/>
          <a:p>
            <a:pPr algn="l">
              <a:defRPr sz="975" b="1">
                <a:solidFill>
                  <a:srgbClr val="60758A"/>
                </a:solidFill>
              </a:defRPr>
            </a:pPr>
            <a:r>
              <a:rPr sz="975" b="1">
                <a:solidFill>
                  <a:srgbClr val="60758A"/>
                </a:solidFill>
              </a:rPr>
              <a:t>LA IDEA DEL CURSO</a:t>
            </a:r>
          </a:p>
        </p:txBody>
      </p:sp>
      <p:sp>
        <p:nvSpPr>
          <p:cNvPr id="2" name="Rectángulo 1">
            <a:extLst>
              <a:ext uri="{FF2B5EF4-FFF2-40B4-BE49-F238E27FC236}">
                <a16:creationId xmlns:a16="http://schemas.microsoft.com/office/drawing/2014/main" id="{D1805D0F-6862-4701-9D07-A83CBCCDB04A}"/>
              </a:ext>
            </a:extLst>
          </p:cNvPr>
          <p:cNvSpPr>
            <a:spLocks noGrp="1"/>
          </p:cNvSpPr>
          <p:nvPr/>
        </p:nvSpPr>
        <p:spPr>
          <a:xfrm>
            <a:off x="609600" y="685800"/>
            <a:ext cx="10858500" cy="666750"/>
          </a:xfrm>
          <a:prstGeom prst="rect">
            <a:avLst/>
          </a:prstGeom>
          <a:noFill/>
          <a:ln w="0">
            <a:noFill/>
            <a:prstDash val="solid"/>
          </a:ln>
        </p:spPr>
        <p:txBody>
          <a:bodyPr anchor="ctr"/>
          <a:lstStyle/>
          <a:p>
            <a:pPr algn="l">
              <a:defRPr sz="2850" b="1">
                <a:solidFill>
                  <a:srgbClr val="0B1F3A"/>
                </a:solidFill>
              </a:defRPr>
            </a:pPr>
            <a:r>
              <a:rPr sz="2850" b="1">
                <a:solidFill>
                  <a:srgbClr val="0B1F3A"/>
                </a:solidFill>
              </a:rPr>
              <a:t>No estudiamos programas. Construimos una empresa.</a:t>
            </a:r>
          </a:p>
        </p:txBody>
      </p:sp>
      <p:sp>
        <p:nvSpPr>
          <p:cNvPr id="3" name="Rectángulo 2">
            <a:extLst>
              <a:ext uri="{FF2B5EF4-FFF2-40B4-BE49-F238E27FC236}">
                <a16:creationId xmlns:a16="http://schemas.microsoft.com/office/drawing/2014/main" id="{02149B85-E222-45F4-B655-BADFAD35C4E0}"/>
              </a:ext>
            </a:extLst>
          </p:cNvPr>
          <p:cNvSpPr>
            <a:spLocks noGrp="1"/>
          </p:cNvSpPr>
          <p:nvPr/>
        </p:nvSpPr>
        <p:spPr>
          <a:xfrm>
            <a:off x="609600" y="1428750"/>
            <a:ext cx="10972800" cy="19050"/>
          </a:xfrm>
          <a:prstGeom prst="rect">
            <a:avLst/>
          </a:prstGeom>
          <a:solidFill>
            <a:srgbClr val="EAF1F6"/>
          </a:solidFill>
          <a:ln w="0">
            <a:noFill/>
            <a:prstDash val="solid"/>
          </a:ln>
        </p:spPr>
      </p:sp>
      <p:pic>
        <p:nvPicPr>
          <p:cNvPr id="22" name="Imagen 21"/>
          <p:cNvPicPr>
            <a:picLocks noChangeAspect="1"/>
          </p:cNvPicPr>
          <p:nvPr/>
        </p:nvPicPr>
        <p:blipFill>
          <a:blip r:embed="rId3"/>
          <a:srcRect t="12760" b="12760"/>
          <a:stretch>
            <a:fillRect/>
          </a:stretch>
        </p:blipFill>
        <p:spPr>
          <a:xfrm>
            <a:off x="609600" y="1790700"/>
            <a:ext cx="10972800" cy="2724150"/>
          </a:xfrm>
          <a:prstGeom prst="roundRect">
            <a:avLst>
              <a:gd name="adj" fmla="val 5594"/>
            </a:avLst>
          </a:prstGeom>
        </p:spPr>
      </p:pic>
      <p:sp>
        <p:nvSpPr>
          <p:cNvPr id="5" name="Rectángulo 4">
            <a:extLst>
              <a:ext uri="{FF2B5EF4-FFF2-40B4-BE49-F238E27FC236}">
                <a16:creationId xmlns:a16="http://schemas.microsoft.com/office/drawing/2014/main" id="{44139B9E-9B6E-446D-B50A-70BAD39F2EBE}"/>
              </a:ext>
            </a:extLst>
          </p:cNvPr>
          <p:cNvSpPr>
            <a:spLocks noGrp="1"/>
          </p:cNvSpPr>
          <p:nvPr/>
        </p:nvSpPr>
        <p:spPr>
          <a:xfrm>
            <a:off x="609600" y="4686300"/>
            <a:ext cx="3429000" cy="1200150"/>
          </a:xfrm>
          <a:prstGeom prst="rect">
            <a:avLst/>
          </a:prstGeom>
          <a:solidFill>
            <a:srgbClr val="0B1F3A"/>
          </a:solidFill>
          <a:ln w="0">
            <a:noFill/>
            <a:prstDash val="solid"/>
          </a:ln>
        </p:spPr>
      </p:sp>
      <p:sp>
        <p:nvSpPr>
          <p:cNvPr id="6" name="Rectángulo 5">
            <a:extLst>
              <a:ext uri="{FF2B5EF4-FFF2-40B4-BE49-F238E27FC236}">
                <a16:creationId xmlns:a16="http://schemas.microsoft.com/office/drawing/2014/main" id="{511ED039-E070-46EB-B373-30EFFD404FE5}"/>
              </a:ext>
            </a:extLst>
          </p:cNvPr>
          <p:cNvSpPr>
            <a:spLocks noGrp="1"/>
          </p:cNvSpPr>
          <p:nvPr/>
        </p:nvSpPr>
        <p:spPr>
          <a:xfrm>
            <a:off x="781050" y="4819650"/>
            <a:ext cx="514350" cy="323850"/>
          </a:xfrm>
          <a:prstGeom prst="rect">
            <a:avLst/>
          </a:prstGeom>
          <a:noFill/>
          <a:ln w="0">
            <a:noFill/>
            <a:prstDash val="solid"/>
          </a:ln>
        </p:spPr>
        <p:txBody>
          <a:bodyPr anchor="ctr"/>
          <a:lstStyle/>
          <a:p>
            <a:pPr algn="l">
              <a:defRPr sz="1800" b="1">
                <a:solidFill>
                  <a:srgbClr val="FFFFFF"/>
                </a:solidFill>
              </a:defRPr>
            </a:pPr>
            <a:r>
              <a:rPr sz="1800" b="1">
                <a:solidFill>
                  <a:srgbClr val="FFFFFF"/>
                </a:solidFill>
              </a:rPr>
              <a:t>01</a:t>
            </a:r>
          </a:p>
        </p:txBody>
      </p:sp>
      <p:sp>
        <p:nvSpPr>
          <p:cNvPr id="7" name="Rectángulo 6">
            <a:extLst>
              <a:ext uri="{FF2B5EF4-FFF2-40B4-BE49-F238E27FC236}">
                <a16:creationId xmlns:a16="http://schemas.microsoft.com/office/drawing/2014/main" id="{1D71BB86-E274-4AFC-A66C-E1345DB9FCBB}"/>
              </a:ext>
            </a:extLst>
          </p:cNvPr>
          <p:cNvSpPr>
            <a:spLocks noGrp="1"/>
          </p:cNvSpPr>
          <p:nvPr/>
        </p:nvSpPr>
        <p:spPr>
          <a:xfrm>
            <a:off x="1352550" y="4791075"/>
            <a:ext cx="2476500" cy="285750"/>
          </a:xfrm>
          <a:prstGeom prst="rect">
            <a:avLst/>
          </a:prstGeom>
          <a:noFill/>
          <a:ln w="0">
            <a:noFill/>
            <a:prstDash val="solid"/>
          </a:ln>
        </p:spPr>
        <p:txBody>
          <a:bodyPr anchor="ctr"/>
          <a:lstStyle/>
          <a:p>
            <a:pPr algn="l">
              <a:defRPr sz="1125" b="1">
                <a:solidFill>
                  <a:srgbClr val="FFFFFF"/>
                </a:solidFill>
              </a:defRPr>
            </a:pPr>
            <a:r>
              <a:rPr sz="1125" b="1">
                <a:solidFill>
                  <a:srgbClr val="FFFFFF"/>
                </a:solidFill>
              </a:rPr>
              <a:t>PONERLA EN MARCHA</a:t>
            </a:r>
          </a:p>
        </p:txBody>
      </p:sp>
      <p:sp>
        <p:nvSpPr>
          <p:cNvPr id="8" name="Rectángulo 7">
            <a:extLst>
              <a:ext uri="{FF2B5EF4-FFF2-40B4-BE49-F238E27FC236}">
                <a16:creationId xmlns:a16="http://schemas.microsoft.com/office/drawing/2014/main" id="{F0987446-4955-42FC-A176-295DE895C881}"/>
              </a:ext>
            </a:extLst>
          </p:cNvPr>
          <p:cNvSpPr>
            <a:spLocks noGrp="1"/>
          </p:cNvSpPr>
          <p:nvPr/>
        </p:nvSpPr>
        <p:spPr>
          <a:xfrm>
            <a:off x="1352550" y="5143500"/>
            <a:ext cx="2476500" cy="495300"/>
          </a:xfrm>
          <a:prstGeom prst="rect">
            <a:avLst/>
          </a:prstGeom>
          <a:noFill/>
          <a:ln w="0">
            <a:noFill/>
            <a:prstDash val="solid"/>
          </a:ln>
        </p:spPr>
        <p:txBody>
          <a:bodyPr anchor="ctr"/>
          <a:lstStyle/>
          <a:p>
            <a:pPr algn="l">
              <a:defRPr sz="1200" b="0">
                <a:solidFill>
                  <a:srgbClr val="FFFFFF"/>
                </a:solidFill>
              </a:defRPr>
            </a:pPr>
            <a:r>
              <a:rPr sz="1200" b="0">
                <a:solidFill>
                  <a:srgbClr val="FFFFFF"/>
                </a:solidFill>
              </a:rPr>
              <a:t>Equipos, licencias y organización</a:t>
            </a:r>
          </a:p>
        </p:txBody>
      </p:sp>
      <p:sp>
        <p:nvSpPr>
          <p:cNvPr id="9" name="Rectángulo 8">
            <a:extLst>
              <a:ext uri="{FF2B5EF4-FFF2-40B4-BE49-F238E27FC236}">
                <a16:creationId xmlns:a16="http://schemas.microsoft.com/office/drawing/2014/main" id="{864DB186-C26C-432B-8112-83342C1E4F35}"/>
              </a:ext>
            </a:extLst>
          </p:cNvPr>
          <p:cNvSpPr>
            <a:spLocks noGrp="1"/>
          </p:cNvSpPr>
          <p:nvPr/>
        </p:nvSpPr>
        <p:spPr>
          <a:xfrm>
            <a:off x="4267200" y="4686300"/>
            <a:ext cx="3429000" cy="1200150"/>
          </a:xfrm>
          <a:prstGeom prst="rect">
            <a:avLst/>
          </a:prstGeom>
          <a:solidFill>
            <a:srgbClr val="22C9C3"/>
          </a:solidFill>
          <a:ln w="0">
            <a:noFill/>
            <a:prstDash val="solid"/>
          </a:ln>
        </p:spPr>
      </p:sp>
      <p:sp>
        <p:nvSpPr>
          <p:cNvPr id="10" name="Rectángulo 9">
            <a:extLst>
              <a:ext uri="{FF2B5EF4-FFF2-40B4-BE49-F238E27FC236}">
                <a16:creationId xmlns:a16="http://schemas.microsoft.com/office/drawing/2014/main" id="{B4B54EA7-EEA9-46EA-8BA7-B6D0AEBA80E5}"/>
              </a:ext>
            </a:extLst>
          </p:cNvPr>
          <p:cNvSpPr>
            <a:spLocks noGrp="1"/>
          </p:cNvSpPr>
          <p:nvPr/>
        </p:nvSpPr>
        <p:spPr>
          <a:xfrm>
            <a:off x="4438650" y="4819650"/>
            <a:ext cx="514350" cy="323850"/>
          </a:xfrm>
          <a:prstGeom prst="rect">
            <a:avLst/>
          </a:prstGeom>
          <a:noFill/>
          <a:ln w="0">
            <a:noFill/>
            <a:prstDash val="solid"/>
          </a:ln>
        </p:spPr>
        <p:txBody>
          <a:bodyPr anchor="ctr"/>
          <a:lstStyle/>
          <a:p>
            <a:pPr algn="l">
              <a:defRPr sz="1800" b="1">
                <a:solidFill>
                  <a:srgbClr val="0B1F3A"/>
                </a:solidFill>
              </a:defRPr>
            </a:pPr>
            <a:r>
              <a:rPr sz="1800" b="1">
                <a:solidFill>
                  <a:srgbClr val="0B1F3A"/>
                </a:solidFill>
              </a:rPr>
              <a:t>02</a:t>
            </a:r>
          </a:p>
        </p:txBody>
      </p:sp>
      <p:sp>
        <p:nvSpPr>
          <p:cNvPr id="11" name="Rectángulo 10">
            <a:extLst>
              <a:ext uri="{FF2B5EF4-FFF2-40B4-BE49-F238E27FC236}">
                <a16:creationId xmlns:a16="http://schemas.microsoft.com/office/drawing/2014/main" id="{64FC1BE5-943B-4F7F-B456-7A672280A2C7}"/>
              </a:ext>
            </a:extLst>
          </p:cNvPr>
          <p:cNvSpPr>
            <a:spLocks noGrp="1"/>
          </p:cNvSpPr>
          <p:nvPr/>
        </p:nvSpPr>
        <p:spPr>
          <a:xfrm>
            <a:off x="5010150" y="4791075"/>
            <a:ext cx="2476500" cy="285750"/>
          </a:xfrm>
          <a:prstGeom prst="rect">
            <a:avLst/>
          </a:prstGeom>
          <a:noFill/>
          <a:ln w="0">
            <a:noFill/>
            <a:prstDash val="solid"/>
          </a:ln>
        </p:spPr>
        <p:txBody>
          <a:bodyPr anchor="ctr"/>
          <a:lstStyle/>
          <a:p>
            <a:pPr algn="l">
              <a:defRPr sz="1125" b="1">
                <a:solidFill>
                  <a:srgbClr val="0B1F3A"/>
                </a:solidFill>
              </a:defRPr>
            </a:pPr>
            <a:r>
              <a:rPr sz="1125" b="1">
                <a:solidFill>
                  <a:srgbClr val="0B1F3A"/>
                </a:solidFill>
              </a:rPr>
              <a:t>HACERLA FUNCIONAR</a:t>
            </a:r>
          </a:p>
        </p:txBody>
      </p:sp>
      <p:sp>
        <p:nvSpPr>
          <p:cNvPr id="12" name="Rectángulo 11">
            <a:extLst>
              <a:ext uri="{FF2B5EF4-FFF2-40B4-BE49-F238E27FC236}">
                <a16:creationId xmlns:a16="http://schemas.microsoft.com/office/drawing/2014/main" id="{3120D246-CC74-44DA-81DF-ED7BB7FEA703}"/>
              </a:ext>
            </a:extLst>
          </p:cNvPr>
          <p:cNvSpPr>
            <a:spLocks noGrp="1"/>
          </p:cNvSpPr>
          <p:nvPr/>
        </p:nvSpPr>
        <p:spPr>
          <a:xfrm>
            <a:off x="5010150" y="5143500"/>
            <a:ext cx="2476500" cy="495300"/>
          </a:xfrm>
          <a:prstGeom prst="rect">
            <a:avLst/>
          </a:prstGeom>
          <a:noFill/>
          <a:ln w="0">
            <a:noFill/>
            <a:prstDash val="solid"/>
          </a:ln>
        </p:spPr>
        <p:txBody>
          <a:bodyPr anchor="ctr"/>
          <a:lstStyle/>
          <a:p>
            <a:pPr algn="l">
              <a:defRPr sz="1200" b="0">
                <a:solidFill>
                  <a:srgbClr val="0B1F3A"/>
                </a:solidFill>
              </a:defRPr>
            </a:pPr>
            <a:r>
              <a:rPr sz="1200" b="0">
                <a:solidFill>
                  <a:srgbClr val="0B1F3A"/>
                </a:solidFill>
              </a:rPr>
              <a:t>Documentos, datos, impresión y clientes</a:t>
            </a:r>
          </a:p>
        </p:txBody>
      </p:sp>
      <p:sp>
        <p:nvSpPr>
          <p:cNvPr id="13" name="Rectángulo 12">
            <a:extLst>
              <a:ext uri="{FF2B5EF4-FFF2-40B4-BE49-F238E27FC236}">
                <a16:creationId xmlns:a16="http://schemas.microsoft.com/office/drawing/2014/main" id="{D99B2FB0-7787-4871-9AAE-D62EC05E154B}"/>
              </a:ext>
            </a:extLst>
          </p:cNvPr>
          <p:cNvSpPr>
            <a:spLocks noGrp="1"/>
          </p:cNvSpPr>
          <p:nvPr/>
        </p:nvSpPr>
        <p:spPr>
          <a:xfrm>
            <a:off x="7924800" y="4686300"/>
            <a:ext cx="3429000" cy="1200150"/>
          </a:xfrm>
          <a:prstGeom prst="rect">
            <a:avLst/>
          </a:prstGeom>
          <a:solidFill>
            <a:srgbClr val="F26B4E"/>
          </a:solidFill>
          <a:ln w="0">
            <a:noFill/>
            <a:prstDash val="solid"/>
          </a:ln>
        </p:spPr>
      </p:sp>
      <p:sp>
        <p:nvSpPr>
          <p:cNvPr id="14" name="Rectángulo 13">
            <a:extLst>
              <a:ext uri="{FF2B5EF4-FFF2-40B4-BE49-F238E27FC236}">
                <a16:creationId xmlns:a16="http://schemas.microsoft.com/office/drawing/2014/main" id="{9CDD0E5A-C2E6-4403-B47F-222AEA51E7A5}"/>
              </a:ext>
            </a:extLst>
          </p:cNvPr>
          <p:cNvSpPr>
            <a:spLocks noGrp="1"/>
          </p:cNvSpPr>
          <p:nvPr/>
        </p:nvSpPr>
        <p:spPr>
          <a:xfrm>
            <a:off x="8096250" y="4819650"/>
            <a:ext cx="514350" cy="323850"/>
          </a:xfrm>
          <a:prstGeom prst="rect">
            <a:avLst/>
          </a:prstGeom>
          <a:noFill/>
          <a:ln w="0">
            <a:noFill/>
            <a:prstDash val="solid"/>
          </a:ln>
        </p:spPr>
        <p:txBody>
          <a:bodyPr anchor="ctr"/>
          <a:lstStyle/>
          <a:p>
            <a:pPr algn="l">
              <a:defRPr sz="1800" b="1">
                <a:solidFill>
                  <a:srgbClr val="FFFFFF"/>
                </a:solidFill>
              </a:defRPr>
            </a:pPr>
            <a:r>
              <a:rPr sz="1800" b="1">
                <a:solidFill>
                  <a:srgbClr val="FFFFFF"/>
                </a:solidFill>
              </a:rPr>
              <a:t>03</a:t>
            </a:r>
          </a:p>
        </p:txBody>
      </p:sp>
      <p:sp>
        <p:nvSpPr>
          <p:cNvPr id="15" name="Rectángulo 14">
            <a:extLst>
              <a:ext uri="{FF2B5EF4-FFF2-40B4-BE49-F238E27FC236}">
                <a16:creationId xmlns:a16="http://schemas.microsoft.com/office/drawing/2014/main" id="{8F8F3E2C-49B0-4A87-BADD-9476674F4A77}"/>
              </a:ext>
            </a:extLst>
          </p:cNvPr>
          <p:cNvSpPr>
            <a:spLocks noGrp="1"/>
          </p:cNvSpPr>
          <p:nvPr/>
        </p:nvSpPr>
        <p:spPr>
          <a:xfrm>
            <a:off x="8667750" y="4791075"/>
            <a:ext cx="2476500" cy="285750"/>
          </a:xfrm>
          <a:prstGeom prst="rect">
            <a:avLst/>
          </a:prstGeom>
          <a:noFill/>
          <a:ln w="0">
            <a:noFill/>
            <a:prstDash val="solid"/>
          </a:ln>
        </p:spPr>
        <p:txBody>
          <a:bodyPr anchor="ctr"/>
          <a:lstStyle/>
          <a:p>
            <a:pPr algn="l">
              <a:defRPr sz="1125" b="1">
                <a:solidFill>
                  <a:srgbClr val="FFFFFF"/>
                </a:solidFill>
              </a:defRPr>
            </a:pPr>
            <a:r>
              <a:rPr sz="1125" b="1">
                <a:solidFill>
                  <a:srgbClr val="FFFFFF"/>
                </a:solidFill>
              </a:rPr>
              <a:t>HACERLA CRECER</a:t>
            </a:r>
          </a:p>
        </p:txBody>
      </p:sp>
      <p:sp>
        <p:nvSpPr>
          <p:cNvPr id="16" name="Rectángulo 15">
            <a:extLst>
              <a:ext uri="{FF2B5EF4-FFF2-40B4-BE49-F238E27FC236}">
                <a16:creationId xmlns:a16="http://schemas.microsoft.com/office/drawing/2014/main" id="{869CE46A-BC7F-410F-B8F2-763DBE552AC8}"/>
              </a:ext>
            </a:extLst>
          </p:cNvPr>
          <p:cNvSpPr>
            <a:spLocks noGrp="1"/>
          </p:cNvSpPr>
          <p:nvPr/>
        </p:nvSpPr>
        <p:spPr>
          <a:xfrm>
            <a:off x="8667750" y="5143500"/>
            <a:ext cx="2476500" cy="495300"/>
          </a:xfrm>
          <a:prstGeom prst="rect">
            <a:avLst/>
          </a:prstGeom>
          <a:noFill/>
          <a:ln w="0">
            <a:noFill/>
            <a:prstDash val="solid"/>
          </a:ln>
        </p:spPr>
        <p:txBody>
          <a:bodyPr anchor="ctr"/>
          <a:lstStyle/>
          <a:p>
            <a:pPr algn="l">
              <a:defRPr sz="1200" b="0">
                <a:solidFill>
                  <a:srgbClr val="FFFFFF"/>
                </a:solidFill>
              </a:defRPr>
            </a:pPr>
            <a:r>
              <a:rPr sz="1200" b="0">
                <a:solidFill>
                  <a:srgbClr val="FFFFFF"/>
                </a:solidFill>
              </a:rPr>
              <a:t>Presentaciones, vídeo y soporte</a:t>
            </a:r>
          </a:p>
        </p:txBody>
      </p:sp>
      <p:sp>
        <p:nvSpPr>
          <p:cNvPr id="17" name="Rectángulo 16">
            <a:extLst>
              <a:ext uri="{FF2B5EF4-FFF2-40B4-BE49-F238E27FC236}">
                <a16:creationId xmlns:a16="http://schemas.microsoft.com/office/drawing/2014/main" id="{5BB50736-25B7-40DC-8428-7332DE04497A}"/>
              </a:ext>
            </a:extLst>
          </p:cNvPr>
          <p:cNvSpPr>
            <a:spLocks noGrp="1"/>
          </p:cNvSpPr>
          <p:nvPr/>
        </p:nvSpPr>
        <p:spPr>
          <a:xfrm>
            <a:off x="609600" y="6457950"/>
            <a:ext cx="4000500" cy="171450"/>
          </a:xfrm>
          <a:prstGeom prst="rect">
            <a:avLst/>
          </a:prstGeom>
          <a:noFill/>
          <a:ln w="0">
            <a:noFill/>
            <a:prstDash val="solid"/>
          </a:ln>
        </p:spPr>
        <p:txBody>
          <a:bodyPr anchor="ctr"/>
          <a:lstStyle/>
          <a:p>
            <a:pPr algn="l">
              <a:defRPr sz="825" b="1">
                <a:solidFill>
                  <a:srgbClr val="60758A"/>
                </a:solidFill>
              </a:defRPr>
            </a:pPr>
            <a:r>
              <a:rPr sz="825" b="1">
                <a:solidFill>
                  <a:srgbClr val="60758A"/>
                </a:solidFill>
              </a:rPr>
              <a:t>APLICACIONES OFIMÁTICAS · 1º SMX</a:t>
            </a:r>
          </a:p>
        </p:txBody>
      </p:sp>
      <p:sp>
        <p:nvSpPr>
          <p:cNvPr id="18" name="Rectángulo 17">
            <a:extLst>
              <a:ext uri="{FF2B5EF4-FFF2-40B4-BE49-F238E27FC236}">
                <a16:creationId xmlns:a16="http://schemas.microsoft.com/office/drawing/2014/main" id="{211BEFBA-E8EA-4029-B330-9930ED062F13}"/>
              </a:ext>
            </a:extLst>
          </p:cNvPr>
          <p:cNvSpPr>
            <a:spLocks noGrp="1"/>
          </p:cNvSpPr>
          <p:nvPr/>
        </p:nvSpPr>
        <p:spPr>
          <a:xfrm>
            <a:off x="10934700" y="6438900"/>
            <a:ext cx="647700" cy="190500"/>
          </a:xfrm>
          <a:prstGeom prst="rect">
            <a:avLst/>
          </a:prstGeom>
          <a:noFill/>
          <a:ln w="0">
            <a:noFill/>
            <a:prstDash val="solid"/>
          </a:ln>
        </p:spPr>
        <p:txBody>
          <a:bodyPr anchor="ctr"/>
          <a:lstStyle/>
          <a:p>
            <a:pPr algn="r">
              <a:defRPr sz="825" b="1">
                <a:solidFill>
                  <a:srgbClr val="10243E"/>
                </a:solidFill>
              </a:defRPr>
            </a:pPr>
            <a:r>
              <a:rPr sz="825" b="1">
                <a:solidFill>
                  <a:srgbClr val="10243E"/>
                </a:solidFill>
              </a:rPr>
              <a:t>02</a:t>
            </a:r>
          </a:p>
        </p:txBody>
      </p:sp>
    </p:spTree>
    <p:extLst>
      <p:ext uri="{BB962C8B-B14F-4D97-AF65-F5344CB8AC3E}">
        <p14:creationId xmlns:p14="http://schemas.microsoft.com/office/powerpoint/2010/main" val="13908263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 name="Rectángulo 44">
            <a:extLst>
              <a:ext uri="{FF2B5EF4-FFF2-40B4-BE49-F238E27FC236}">
                <a16:creationId xmlns:a16="http://schemas.microsoft.com/office/drawing/2014/main" id="{571E416D-C29B-4F16-A304-143C52E6F345}"/>
              </a:ext>
            </a:extLst>
          </p:cNvPr>
          <p:cNvSpPr>
            <a:spLocks noGrp="1"/>
          </p:cNvSpPr>
          <p:nvPr/>
        </p:nvSpPr>
        <p:spPr>
          <a:xfrm>
            <a:off x="609600" y="400050"/>
            <a:ext cx="5143500" cy="247650"/>
          </a:xfrm>
          <a:prstGeom prst="rect">
            <a:avLst/>
          </a:prstGeom>
          <a:noFill/>
          <a:ln w="0">
            <a:noFill/>
            <a:prstDash val="solid"/>
          </a:ln>
        </p:spPr>
        <p:txBody>
          <a:bodyPr anchor="ctr"/>
          <a:lstStyle/>
          <a:p>
            <a:pPr algn="l">
              <a:defRPr sz="975" b="1">
                <a:solidFill>
                  <a:srgbClr val="60758A"/>
                </a:solidFill>
              </a:defRPr>
            </a:pPr>
            <a:r>
              <a:rPr sz="975" b="1">
                <a:solidFill>
                  <a:srgbClr val="60758A"/>
                </a:solidFill>
              </a:rPr>
              <a:t>NUESTRO RECORRIDO</a:t>
            </a:r>
          </a:p>
        </p:txBody>
      </p:sp>
      <p:sp>
        <p:nvSpPr>
          <p:cNvPr id="2" name="Rectángulo 1">
            <a:extLst>
              <a:ext uri="{FF2B5EF4-FFF2-40B4-BE49-F238E27FC236}">
                <a16:creationId xmlns:a16="http://schemas.microsoft.com/office/drawing/2014/main" id="{4BCE30E0-1B16-436A-940D-3B6338DBD3EE}"/>
              </a:ext>
            </a:extLst>
          </p:cNvPr>
          <p:cNvSpPr>
            <a:spLocks noGrp="1"/>
          </p:cNvSpPr>
          <p:nvPr/>
        </p:nvSpPr>
        <p:spPr>
          <a:xfrm>
            <a:off x="609600" y="685800"/>
            <a:ext cx="10858500" cy="666750"/>
          </a:xfrm>
          <a:prstGeom prst="rect">
            <a:avLst/>
          </a:prstGeom>
          <a:noFill/>
          <a:ln w="0">
            <a:noFill/>
            <a:prstDash val="solid"/>
          </a:ln>
        </p:spPr>
        <p:txBody>
          <a:bodyPr anchor="ctr"/>
          <a:lstStyle/>
          <a:p>
            <a:pPr algn="l">
              <a:defRPr sz="2850" b="1">
                <a:solidFill>
                  <a:srgbClr val="0B1F3A"/>
                </a:solidFill>
              </a:defRPr>
            </a:pPr>
            <a:r>
              <a:rPr sz="2850" b="1">
                <a:solidFill>
                  <a:srgbClr val="0B1F3A"/>
                </a:solidFill>
              </a:rPr>
              <a:t>9 unidades. Una empresa cada vez más profesional.</a:t>
            </a:r>
          </a:p>
        </p:txBody>
      </p:sp>
      <p:sp>
        <p:nvSpPr>
          <p:cNvPr id="3" name="Rectángulo 2">
            <a:extLst>
              <a:ext uri="{FF2B5EF4-FFF2-40B4-BE49-F238E27FC236}">
                <a16:creationId xmlns:a16="http://schemas.microsoft.com/office/drawing/2014/main" id="{B6F3D477-9054-4EC1-99B4-1D7158229C3C}"/>
              </a:ext>
            </a:extLst>
          </p:cNvPr>
          <p:cNvSpPr>
            <a:spLocks noGrp="1"/>
          </p:cNvSpPr>
          <p:nvPr/>
        </p:nvSpPr>
        <p:spPr>
          <a:xfrm>
            <a:off x="609600" y="1428750"/>
            <a:ext cx="10972800" cy="19050"/>
          </a:xfrm>
          <a:prstGeom prst="rect">
            <a:avLst/>
          </a:prstGeom>
          <a:solidFill>
            <a:srgbClr val="EAF1F6"/>
          </a:solidFill>
          <a:ln w="0">
            <a:noFill/>
            <a:prstDash val="solid"/>
          </a:ln>
        </p:spPr>
      </p:sp>
      <p:sp>
        <p:nvSpPr>
          <p:cNvPr id="4" name="Rectángulo: esquinas redondeadas 3">
            <a:extLst>
              <a:ext uri="{FF2B5EF4-FFF2-40B4-BE49-F238E27FC236}">
                <a16:creationId xmlns:a16="http://schemas.microsoft.com/office/drawing/2014/main" id="{684AC610-3685-41CB-9516-FD3835C84B88}"/>
              </a:ext>
            </a:extLst>
          </p:cNvPr>
          <p:cNvSpPr>
            <a:spLocks noGrp="1"/>
          </p:cNvSpPr>
          <p:nvPr/>
        </p:nvSpPr>
        <p:spPr>
          <a:xfrm>
            <a:off x="609600" y="1809750"/>
            <a:ext cx="3238500" cy="4095750"/>
          </a:xfrm>
          <a:prstGeom prst="roundRect">
            <a:avLst>
              <a:gd name="adj" fmla="val 4706"/>
            </a:avLst>
          </a:prstGeom>
          <a:solidFill>
            <a:srgbClr val="F1F5F8"/>
          </a:solidFill>
          <a:ln w="19050">
            <a:solidFill>
              <a:srgbClr val="0B1F3A"/>
            </a:solidFill>
            <a:prstDash val="solid"/>
          </a:ln>
        </p:spPr>
      </p:sp>
      <p:sp>
        <p:nvSpPr>
          <p:cNvPr id="5" name="Rectángulo 4">
            <a:extLst>
              <a:ext uri="{FF2B5EF4-FFF2-40B4-BE49-F238E27FC236}">
                <a16:creationId xmlns:a16="http://schemas.microsoft.com/office/drawing/2014/main" id="{95C6521E-4AD2-4ABB-BA19-6A6B7727ECA7}"/>
              </a:ext>
            </a:extLst>
          </p:cNvPr>
          <p:cNvSpPr>
            <a:spLocks noGrp="1"/>
          </p:cNvSpPr>
          <p:nvPr/>
        </p:nvSpPr>
        <p:spPr>
          <a:xfrm>
            <a:off x="838200" y="2000250"/>
            <a:ext cx="2781300" cy="285750"/>
          </a:xfrm>
          <a:prstGeom prst="rect">
            <a:avLst/>
          </a:prstGeom>
          <a:noFill/>
          <a:ln w="0">
            <a:noFill/>
            <a:prstDash val="solid"/>
          </a:ln>
        </p:spPr>
        <p:txBody>
          <a:bodyPr anchor="ctr"/>
          <a:lstStyle/>
          <a:p>
            <a:pPr algn="l">
              <a:defRPr sz="1125" b="1">
                <a:solidFill>
                  <a:srgbClr val="0B1F3A"/>
                </a:solidFill>
              </a:defRPr>
            </a:pPr>
            <a:r>
              <a:rPr sz="1125" b="1">
                <a:solidFill>
                  <a:srgbClr val="0B1F3A"/>
                </a:solidFill>
              </a:rPr>
              <a:t>1ª EVALUACIÓN</a:t>
            </a:r>
          </a:p>
        </p:txBody>
      </p:sp>
      <p:sp>
        <p:nvSpPr>
          <p:cNvPr id="6" name="Elipse 5">
            <a:extLst>
              <a:ext uri="{FF2B5EF4-FFF2-40B4-BE49-F238E27FC236}">
                <a16:creationId xmlns:a16="http://schemas.microsoft.com/office/drawing/2014/main" id="{9ED7F153-D6EB-496F-A7A0-F9D76C638F2A}"/>
              </a:ext>
            </a:extLst>
          </p:cNvPr>
          <p:cNvSpPr>
            <a:spLocks noGrp="1"/>
          </p:cNvSpPr>
          <p:nvPr/>
        </p:nvSpPr>
        <p:spPr>
          <a:xfrm>
            <a:off x="866775" y="2695575"/>
            <a:ext cx="285750" cy="285750"/>
          </a:xfrm>
          <a:prstGeom prst="ellipse">
            <a:avLst/>
          </a:prstGeom>
          <a:solidFill>
            <a:srgbClr val="0B1F3A"/>
          </a:solidFill>
          <a:ln w="0">
            <a:noFill/>
            <a:prstDash val="solid"/>
          </a:ln>
        </p:spPr>
      </p:sp>
      <p:sp>
        <p:nvSpPr>
          <p:cNvPr id="7" name="Rectángulo 6">
            <a:extLst>
              <a:ext uri="{FF2B5EF4-FFF2-40B4-BE49-F238E27FC236}">
                <a16:creationId xmlns:a16="http://schemas.microsoft.com/office/drawing/2014/main" id="{174C7B5C-0F4A-4829-9E99-CC022607EB35}"/>
              </a:ext>
            </a:extLst>
          </p:cNvPr>
          <p:cNvSpPr>
            <a:spLocks noGrp="1"/>
          </p:cNvSpPr>
          <p:nvPr/>
        </p:nvSpPr>
        <p:spPr>
          <a:xfrm>
            <a:off x="876300" y="2705100"/>
            <a:ext cx="266700" cy="266700"/>
          </a:xfrm>
          <a:prstGeom prst="rect">
            <a:avLst/>
          </a:prstGeom>
          <a:noFill/>
          <a:ln w="0">
            <a:noFill/>
            <a:prstDash val="solid"/>
          </a:ln>
        </p:spPr>
        <p:txBody>
          <a:bodyPr anchor="ctr"/>
          <a:lstStyle/>
          <a:p>
            <a:pPr algn="ctr">
              <a:defRPr sz="675" b="1">
                <a:solidFill>
                  <a:srgbClr val="FFFFFF"/>
                </a:solidFill>
              </a:defRPr>
            </a:pPr>
            <a:r>
              <a:rPr sz="675" b="1">
                <a:solidFill>
                  <a:srgbClr val="FFFFFF"/>
                </a:solidFill>
              </a:rPr>
              <a:t>UD00</a:t>
            </a:r>
          </a:p>
        </p:txBody>
      </p:sp>
      <p:sp>
        <p:nvSpPr>
          <p:cNvPr id="8" name="Rectángulo 7">
            <a:extLst>
              <a:ext uri="{FF2B5EF4-FFF2-40B4-BE49-F238E27FC236}">
                <a16:creationId xmlns:a16="http://schemas.microsoft.com/office/drawing/2014/main" id="{E119F01C-23F3-4034-80E2-11718CCC697C}"/>
              </a:ext>
            </a:extLst>
          </p:cNvPr>
          <p:cNvSpPr>
            <a:spLocks noGrp="1"/>
          </p:cNvSpPr>
          <p:nvPr/>
        </p:nvSpPr>
        <p:spPr>
          <a:xfrm>
            <a:off x="1314450" y="2647950"/>
            <a:ext cx="2286000" cy="381000"/>
          </a:xfrm>
          <a:prstGeom prst="rect">
            <a:avLst/>
          </a:prstGeom>
          <a:noFill/>
          <a:ln w="0">
            <a:noFill/>
            <a:prstDash val="solid"/>
          </a:ln>
        </p:spPr>
        <p:txBody>
          <a:bodyPr anchor="ctr"/>
          <a:lstStyle/>
          <a:p>
            <a:pPr algn="l">
              <a:defRPr sz="1350" b="1">
                <a:solidFill>
                  <a:srgbClr val="10243E"/>
                </a:solidFill>
              </a:defRPr>
            </a:pPr>
            <a:r>
              <a:rPr sz="1350" b="1">
                <a:solidFill>
                  <a:srgbClr val="10243E"/>
                </a:solidFill>
              </a:rPr>
              <a:t>Fundamos</a:t>
            </a:r>
          </a:p>
        </p:txBody>
      </p:sp>
      <p:sp>
        <p:nvSpPr>
          <p:cNvPr id="9" name="Rectángulo 8">
            <a:extLst>
              <a:ext uri="{FF2B5EF4-FFF2-40B4-BE49-F238E27FC236}">
                <a16:creationId xmlns:a16="http://schemas.microsoft.com/office/drawing/2014/main" id="{D4A5A848-495B-475F-909E-9D8489D74A9A}"/>
              </a:ext>
            </a:extLst>
          </p:cNvPr>
          <p:cNvSpPr>
            <a:spLocks noGrp="1"/>
          </p:cNvSpPr>
          <p:nvPr/>
        </p:nvSpPr>
        <p:spPr>
          <a:xfrm>
            <a:off x="1000125" y="3067050"/>
            <a:ext cx="19050" cy="476250"/>
          </a:xfrm>
          <a:prstGeom prst="rect">
            <a:avLst/>
          </a:prstGeom>
          <a:solidFill>
            <a:srgbClr val="0B1F3A"/>
          </a:solidFill>
          <a:ln w="0">
            <a:noFill/>
            <a:prstDash val="solid"/>
          </a:ln>
        </p:spPr>
      </p:sp>
      <p:sp>
        <p:nvSpPr>
          <p:cNvPr id="10" name="Elipse 9">
            <a:extLst>
              <a:ext uri="{FF2B5EF4-FFF2-40B4-BE49-F238E27FC236}">
                <a16:creationId xmlns:a16="http://schemas.microsoft.com/office/drawing/2014/main" id="{6B53C648-08C2-4512-BECB-F16A0F617773}"/>
              </a:ext>
            </a:extLst>
          </p:cNvPr>
          <p:cNvSpPr>
            <a:spLocks noGrp="1"/>
          </p:cNvSpPr>
          <p:nvPr/>
        </p:nvSpPr>
        <p:spPr>
          <a:xfrm>
            <a:off x="866775" y="3590925"/>
            <a:ext cx="285750" cy="285750"/>
          </a:xfrm>
          <a:prstGeom prst="ellipse">
            <a:avLst/>
          </a:prstGeom>
          <a:solidFill>
            <a:srgbClr val="0B1F3A"/>
          </a:solidFill>
          <a:ln w="0">
            <a:noFill/>
            <a:prstDash val="solid"/>
          </a:ln>
        </p:spPr>
      </p:sp>
      <p:sp>
        <p:nvSpPr>
          <p:cNvPr id="11" name="Rectángulo 10">
            <a:extLst>
              <a:ext uri="{FF2B5EF4-FFF2-40B4-BE49-F238E27FC236}">
                <a16:creationId xmlns:a16="http://schemas.microsoft.com/office/drawing/2014/main" id="{0181A1BA-BCDA-4030-8CF6-86245B7082E9}"/>
              </a:ext>
            </a:extLst>
          </p:cNvPr>
          <p:cNvSpPr>
            <a:spLocks noGrp="1"/>
          </p:cNvSpPr>
          <p:nvPr/>
        </p:nvSpPr>
        <p:spPr>
          <a:xfrm>
            <a:off x="876300" y="3600450"/>
            <a:ext cx="266700" cy="266700"/>
          </a:xfrm>
          <a:prstGeom prst="rect">
            <a:avLst/>
          </a:prstGeom>
          <a:noFill/>
          <a:ln w="0">
            <a:noFill/>
            <a:prstDash val="solid"/>
          </a:ln>
        </p:spPr>
        <p:txBody>
          <a:bodyPr anchor="ctr"/>
          <a:lstStyle/>
          <a:p>
            <a:pPr algn="ctr">
              <a:defRPr sz="675" b="1">
                <a:solidFill>
                  <a:srgbClr val="FFFFFF"/>
                </a:solidFill>
              </a:defRPr>
            </a:pPr>
            <a:r>
              <a:rPr sz="675" b="1">
                <a:solidFill>
                  <a:srgbClr val="FFFFFF"/>
                </a:solidFill>
              </a:rPr>
              <a:t>UD01</a:t>
            </a:r>
          </a:p>
        </p:txBody>
      </p:sp>
      <p:sp>
        <p:nvSpPr>
          <p:cNvPr id="12" name="Rectángulo 11">
            <a:extLst>
              <a:ext uri="{FF2B5EF4-FFF2-40B4-BE49-F238E27FC236}">
                <a16:creationId xmlns:a16="http://schemas.microsoft.com/office/drawing/2014/main" id="{91C98B3D-8DAE-4266-91F6-494B2BA34AC2}"/>
              </a:ext>
            </a:extLst>
          </p:cNvPr>
          <p:cNvSpPr>
            <a:spLocks noGrp="1"/>
          </p:cNvSpPr>
          <p:nvPr/>
        </p:nvSpPr>
        <p:spPr>
          <a:xfrm>
            <a:off x="1314450" y="3543300"/>
            <a:ext cx="2286000" cy="381000"/>
          </a:xfrm>
          <a:prstGeom prst="rect">
            <a:avLst/>
          </a:prstGeom>
          <a:noFill/>
          <a:ln w="0">
            <a:noFill/>
            <a:prstDash val="solid"/>
          </a:ln>
        </p:spPr>
        <p:txBody>
          <a:bodyPr anchor="ctr"/>
          <a:lstStyle/>
          <a:p>
            <a:pPr algn="l">
              <a:defRPr sz="1350" b="1">
                <a:solidFill>
                  <a:srgbClr val="10243E"/>
                </a:solidFill>
              </a:defRPr>
            </a:pPr>
            <a:r>
              <a:rPr sz="1350" b="1">
                <a:solidFill>
                  <a:srgbClr val="10243E"/>
                </a:solidFill>
              </a:rPr>
              <a:t>Suites y puestos</a:t>
            </a:r>
          </a:p>
        </p:txBody>
      </p:sp>
      <p:sp>
        <p:nvSpPr>
          <p:cNvPr id="13" name="Rectángulo 12">
            <a:extLst>
              <a:ext uri="{FF2B5EF4-FFF2-40B4-BE49-F238E27FC236}">
                <a16:creationId xmlns:a16="http://schemas.microsoft.com/office/drawing/2014/main" id="{08F98462-439E-44AE-BDD4-8024FE688CAF}"/>
              </a:ext>
            </a:extLst>
          </p:cNvPr>
          <p:cNvSpPr>
            <a:spLocks noGrp="1"/>
          </p:cNvSpPr>
          <p:nvPr/>
        </p:nvSpPr>
        <p:spPr>
          <a:xfrm>
            <a:off x="1000125" y="3962400"/>
            <a:ext cx="19050" cy="476250"/>
          </a:xfrm>
          <a:prstGeom prst="rect">
            <a:avLst/>
          </a:prstGeom>
          <a:solidFill>
            <a:srgbClr val="0B1F3A"/>
          </a:solidFill>
          <a:ln w="0">
            <a:noFill/>
            <a:prstDash val="solid"/>
          </a:ln>
        </p:spPr>
      </p:sp>
      <p:sp>
        <p:nvSpPr>
          <p:cNvPr id="14" name="Elipse 13">
            <a:extLst>
              <a:ext uri="{FF2B5EF4-FFF2-40B4-BE49-F238E27FC236}">
                <a16:creationId xmlns:a16="http://schemas.microsoft.com/office/drawing/2014/main" id="{585F4690-5BEC-4214-A260-1EB952A4B9C4}"/>
              </a:ext>
            </a:extLst>
          </p:cNvPr>
          <p:cNvSpPr>
            <a:spLocks noGrp="1"/>
          </p:cNvSpPr>
          <p:nvPr/>
        </p:nvSpPr>
        <p:spPr>
          <a:xfrm>
            <a:off x="866775" y="4486275"/>
            <a:ext cx="285750" cy="285750"/>
          </a:xfrm>
          <a:prstGeom prst="ellipse">
            <a:avLst/>
          </a:prstGeom>
          <a:solidFill>
            <a:srgbClr val="0B1F3A"/>
          </a:solidFill>
          <a:ln w="0">
            <a:noFill/>
            <a:prstDash val="solid"/>
          </a:ln>
        </p:spPr>
      </p:sp>
      <p:sp>
        <p:nvSpPr>
          <p:cNvPr id="15" name="Rectángulo 14">
            <a:extLst>
              <a:ext uri="{FF2B5EF4-FFF2-40B4-BE49-F238E27FC236}">
                <a16:creationId xmlns:a16="http://schemas.microsoft.com/office/drawing/2014/main" id="{340B82E7-111C-4046-86EA-ED6F4FD1357C}"/>
              </a:ext>
            </a:extLst>
          </p:cNvPr>
          <p:cNvSpPr>
            <a:spLocks noGrp="1"/>
          </p:cNvSpPr>
          <p:nvPr/>
        </p:nvSpPr>
        <p:spPr>
          <a:xfrm>
            <a:off x="876300" y="4495800"/>
            <a:ext cx="266700" cy="266700"/>
          </a:xfrm>
          <a:prstGeom prst="rect">
            <a:avLst/>
          </a:prstGeom>
          <a:noFill/>
          <a:ln w="0">
            <a:noFill/>
            <a:prstDash val="solid"/>
          </a:ln>
        </p:spPr>
        <p:txBody>
          <a:bodyPr anchor="ctr"/>
          <a:lstStyle/>
          <a:p>
            <a:pPr algn="ctr">
              <a:defRPr sz="675" b="1">
                <a:solidFill>
                  <a:srgbClr val="FFFFFF"/>
                </a:solidFill>
              </a:defRPr>
            </a:pPr>
            <a:r>
              <a:rPr sz="675" b="1">
                <a:solidFill>
                  <a:srgbClr val="FFFFFF"/>
                </a:solidFill>
              </a:rPr>
              <a:t>UD02</a:t>
            </a:r>
          </a:p>
        </p:txBody>
      </p:sp>
      <p:sp>
        <p:nvSpPr>
          <p:cNvPr id="16" name="Rectángulo 15">
            <a:extLst>
              <a:ext uri="{FF2B5EF4-FFF2-40B4-BE49-F238E27FC236}">
                <a16:creationId xmlns:a16="http://schemas.microsoft.com/office/drawing/2014/main" id="{0C7FBD24-C130-4633-BA0B-C535120E3EEA}"/>
              </a:ext>
            </a:extLst>
          </p:cNvPr>
          <p:cNvSpPr>
            <a:spLocks noGrp="1"/>
          </p:cNvSpPr>
          <p:nvPr/>
        </p:nvSpPr>
        <p:spPr>
          <a:xfrm>
            <a:off x="1314450" y="4438650"/>
            <a:ext cx="2286000" cy="381000"/>
          </a:xfrm>
          <a:prstGeom prst="rect">
            <a:avLst/>
          </a:prstGeom>
          <a:noFill/>
          <a:ln w="0">
            <a:noFill/>
            <a:prstDash val="solid"/>
          </a:ln>
        </p:spPr>
        <p:txBody>
          <a:bodyPr anchor="ctr"/>
          <a:lstStyle/>
          <a:p>
            <a:pPr algn="l">
              <a:defRPr sz="1350" b="1">
                <a:solidFill>
                  <a:srgbClr val="10243E"/>
                </a:solidFill>
              </a:defRPr>
            </a:pPr>
            <a:r>
              <a:rPr sz="1350" b="1">
                <a:solidFill>
                  <a:srgbClr val="10243E"/>
                </a:solidFill>
              </a:rPr>
              <a:t>Textos e identidad</a:t>
            </a:r>
          </a:p>
        </p:txBody>
      </p:sp>
      <p:sp>
        <p:nvSpPr>
          <p:cNvPr id="17" name="Rectángulo: esquinas redondeadas 16">
            <a:extLst>
              <a:ext uri="{FF2B5EF4-FFF2-40B4-BE49-F238E27FC236}">
                <a16:creationId xmlns:a16="http://schemas.microsoft.com/office/drawing/2014/main" id="{313A9B51-35AE-48C9-883A-3C5BA1A7E5C0}"/>
              </a:ext>
            </a:extLst>
          </p:cNvPr>
          <p:cNvSpPr>
            <a:spLocks noGrp="1"/>
          </p:cNvSpPr>
          <p:nvPr/>
        </p:nvSpPr>
        <p:spPr>
          <a:xfrm>
            <a:off x="4057650" y="1809750"/>
            <a:ext cx="3238500" cy="4095750"/>
          </a:xfrm>
          <a:prstGeom prst="roundRect">
            <a:avLst>
              <a:gd name="adj" fmla="val 4706"/>
            </a:avLst>
          </a:prstGeom>
          <a:solidFill>
            <a:srgbClr val="E9FBFA"/>
          </a:solidFill>
          <a:ln w="19050">
            <a:solidFill>
              <a:srgbClr val="22C9C3"/>
            </a:solidFill>
            <a:prstDash val="solid"/>
          </a:ln>
        </p:spPr>
      </p:sp>
      <p:sp>
        <p:nvSpPr>
          <p:cNvPr id="18" name="Rectángulo 17">
            <a:extLst>
              <a:ext uri="{FF2B5EF4-FFF2-40B4-BE49-F238E27FC236}">
                <a16:creationId xmlns:a16="http://schemas.microsoft.com/office/drawing/2014/main" id="{3E88B486-EF9D-434C-BDAA-C05E30F5C082}"/>
              </a:ext>
            </a:extLst>
          </p:cNvPr>
          <p:cNvSpPr>
            <a:spLocks noGrp="1"/>
          </p:cNvSpPr>
          <p:nvPr/>
        </p:nvSpPr>
        <p:spPr>
          <a:xfrm>
            <a:off x="4286250" y="2000250"/>
            <a:ext cx="2781300" cy="285750"/>
          </a:xfrm>
          <a:prstGeom prst="rect">
            <a:avLst/>
          </a:prstGeom>
          <a:noFill/>
          <a:ln w="0">
            <a:noFill/>
            <a:prstDash val="solid"/>
          </a:ln>
        </p:spPr>
        <p:txBody>
          <a:bodyPr anchor="ctr"/>
          <a:lstStyle/>
          <a:p>
            <a:pPr algn="l">
              <a:defRPr sz="1125" b="1">
                <a:solidFill>
                  <a:srgbClr val="22C9C3"/>
                </a:solidFill>
              </a:defRPr>
            </a:pPr>
            <a:r>
              <a:rPr sz="1125" b="1">
                <a:solidFill>
                  <a:srgbClr val="22C9C3"/>
                </a:solidFill>
              </a:rPr>
              <a:t>2ª EVALUACIÓN</a:t>
            </a:r>
          </a:p>
        </p:txBody>
      </p:sp>
      <p:sp>
        <p:nvSpPr>
          <p:cNvPr id="19" name="Elipse 18">
            <a:extLst>
              <a:ext uri="{FF2B5EF4-FFF2-40B4-BE49-F238E27FC236}">
                <a16:creationId xmlns:a16="http://schemas.microsoft.com/office/drawing/2014/main" id="{E3AC5E49-2077-4F89-AE3C-6DBB0351221D}"/>
              </a:ext>
            </a:extLst>
          </p:cNvPr>
          <p:cNvSpPr>
            <a:spLocks noGrp="1"/>
          </p:cNvSpPr>
          <p:nvPr/>
        </p:nvSpPr>
        <p:spPr>
          <a:xfrm>
            <a:off x="4314825" y="2695575"/>
            <a:ext cx="285750" cy="285750"/>
          </a:xfrm>
          <a:prstGeom prst="ellipse">
            <a:avLst/>
          </a:prstGeom>
          <a:solidFill>
            <a:srgbClr val="22C9C3"/>
          </a:solidFill>
          <a:ln w="0">
            <a:noFill/>
            <a:prstDash val="solid"/>
          </a:ln>
        </p:spPr>
      </p:sp>
      <p:sp>
        <p:nvSpPr>
          <p:cNvPr id="20" name="Rectángulo 19">
            <a:extLst>
              <a:ext uri="{FF2B5EF4-FFF2-40B4-BE49-F238E27FC236}">
                <a16:creationId xmlns:a16="http://schemas.microsoft.com/office/drawing/2014/main" id="{532418B7-20BB-469D-B871-DF6BC05B5751}"/>
              </a:ext>
            </a:extLst>
          </p:cNvPr>
          <p:cNvSpPr>
            <a:spLocks noGrp="1"/>
          </p:cNvSpPr>
          <p:nvPr/>
        </p:nvSpPr>
        <p:spPr>
          <a:xfrm>
            <a:off x="4324350" y="2705100"/>
            <a:ext cx="266700" cy="266700"/>
          </a:xfrm>
          <a:prstGeom prst="rect">
            <a:avLst/>
          </a:prstGeom>
          <a:noFill/>
          <a:ln w="0">
            <a:noFill/>
            <a:prstDash val="solid"/>
          </a:ln>
        </p:spPr>
        <p:txBody>
          <a:bodyPr anchor="ctr"/>
          <a:lstStyle/>
          <a:p>
            <a:pPr algn="ctr">
              <a:defRPr sz="675" b="1">
                <a:solidFill>
                  <a:srgbClr val="0B1F3A"/>
                </a:solidFill>
              </a:defRPr>
            </a:pPr>
            <a:r>
              <a:rPr sz="675" b="1">
                <a:solidFill>
                  <a:srgbClr val="0B1F3A"/>
                </a:solidFill>
              </a:rPr>
              <a:t>UD03</a:t>
            </a:r>
          </a:p>
        </p:txBody>
      </p:sp>
      <p:sp>
        <p:nvSpPr>
          <p:cNvPr id="21" name="Rectángulo 20">
            <a:extLst>
              <a:ext uri="{FF2B5EF4-FFF2-40B4-BE49-F238E27FC236}">
                <a16:creationId xmlns:a16="http://schemas.microsoft.com/office/drawing/2014/main" id="{85B67C28-E7A6-4F62-8875-0FB3E40ED86B}"/>
              </a:ext>
            </a:extLst>
          </p:cNvPr>
          <p:cNvSpPr>
            <a:spLocks noGrp="1"/>
          </p:cNvSpPr>
          <p:nvPr/>
        </p:nvSpPr>
        <p:spPr>
          <a:xfrm>
            <a:off x="4762500" y="2647950"/>
            <a:ext cx="2286000" cy="381000"/>
          </a:xfrm>
          <a:prstGeom prst="rect">
            <a:avLst/>
          </a:prstGeom>
          <a:noFill/>
          <a:ln w="0">
            <a:noFill/>
            <a:prstDash val="solid"/>
          </a:ln>
        </p:spPr>
        <p:txBody>
          <a:bodyPr anchor="ctr"/>
          <a:lstStyle/>
          <a:p>
            <a:pPr algn="l">
              <a:defRPr sz="1350" b="1">
                <a:solidFill>
                  <a:srgbClr val="10243E"/>
                </a:solidFill>
              </a:defRPr>
            </a:pPr>
            <a:r>
              <a:rPr sz="1350" b="1">
                <a:solidFill>
                  <a:srgbClr val="10243E"/>
                </a:solidFill>
              </a:rPr>
              <a:t>Hoja de cálculo</a:t>
            </a:r>
          </a:p>
        </p:txBody>
      </p:sp>
      <p:sp>
        <p:nvSpPr>
          <p:cNvPr id="22" name="Rectángulo 21">
            <a:extLst>
              <a:ext uri="{FF2B5EF4-FFF2-40B4-BE49-F238E27FC236}">
                <a16:creationId xmlns:a16="http://schemas.microsoft.com/office/drawing/2014/main" id="{90150972-2B62-4981-9B1A-CF95927CEA7A}"/>
              </a:ext>
            </a:extLst>
          </p:cNvPr>
          <p:cNvSpPr>
            <a:spLocks noGrp="1"/>
          </p:cNvSpPr>
          <p:nvPr/>
        </p:nvSpPr>
        <p:spPr>
          <a:xfrm>
            <a:off x="4448175" y="3067050"/>
            <a:ext cx="19050" cy="476250"/>
          </a:xfrm>
          <a:prstGeom prst="rect">
            <a:avLst/>
          </a:prstGeom>
          <a:solidFill>
            <a:srgbClr val="22C9C3"/>
          </a:solidFill>
          <a:ln w="0">
            <a:noFill/>
            <a:prstDash val="solid"/>
          </a:ln>
        </p:spPr>
      </p:sp>
      <p:sp>
        <p:nvSpPr>
          <p:cNvPr id="23" name="Elipse 22">
            <a:extLst>
              <a:ext uri="{FF2B5EF4-FFF2-40B4-BE49-F238E27FC236}">
                <a16:creationId xmlns:a16="http://schemas.microsoft.com/office/drawing/2014/main" id="{E5C2B059-03D5-4543-9471-9D114CEEAD9B}"/>
              </a:ext>
            </a:extLst>
          </p:cNvPr>
          <p:cNvSpPr>
            <a:spLocks noGrp="1"/>
          </p:cNvSpPr>
          <p:nvPr/>
        </p:nvSpPr>
        <p:spPr>
          <a:xfrm>
            <a:off x="4314825" y="3590925"/>
            <a:ext cx="285750" cy="285750"/>
          </a:xfrm>
          <a:prstGeom prst="ellipse">
            <a:avLst/>
          </a:prstGeom>
          <a:solidFill>
            <a:srgbClr val="22C9C3"/>
          </a:solidFill>
          <a:ln w="0">
            <a:noFill/>
            <a:prstDash val="solid"/>
          </a:ln>
        </p:spPr>
      </p:sp>
      <p:sp>
        <p:nvSpPr>
          <p:cNvPr id="24" name="Rectángulo 23">
            <a:extLst>
              <a:ext uri="{FF2B5EF4-FFF2-40B4-BE49-F238E27FC236}">
                <a16:creationId xmlns:a16="http://schemas.microsoft.com/office/drawing/2014/main" id="{C535DADC-147E-46AE-95F9-C9AD46FE9309}"/>
              </a:ext>
            </a:extLst>
          </p:cNvPr>
          <p:cNvSpPr>
            <a:spLocks noGrp="1"/>
          </p:cNvSpPr>
          <p:nvPr/>
        </p:nvSpPr>
        <p:spPr>
          <a:xfrm>
            <a:off x="4324350" y="3600450"/>
            <a:ext cx="266700" cy="266700"/>
          </a:xfrm>
          <a:prstGeom prst="rect">
            <a:avLst/>
          </a:prstGeom>
          <a:noFill/>
          <a:ln w="0">
            <a:noFill/>
            <a:prstDash val="solid"/>
          </a:ln>
        </p:spPr>
        <p:txBody>
          <a:bodyPr anchor="ctr"/>
          <a:lstStyle/>
          <a:p>
            <a:pPr algn="ctr">
              <a:defRPr sz="675" b="1">
                <a:solidFill>
                  <a:srgbClr val="0B1F3A"/>
                </a:solidFill>
              </a:defRPr>
            </a:pPr>
            <a:r>
              <a:rPr sz="675" b="1">
                <a:solidFill>
                  <a:srgbClr val="0B1F3A"/>
                </a:solidFill>
              </a:rPr>
              <a:t>UD04</a:t>
            </a:r>
          </a:p>
        </p:txBody>
      </p:sp>
      <p:sp>
        <p:nvSpPr>
          <p:cNvPr id="25" name="Rectángulo 24">
            <a:extLst>
              <a:ext uri="{FF2B5EF4-FFF2-40B4-BE49-F238E27FC236}">
                <a16:creationId xmlns:a16="http://schemas.microsoft.com/office/drawing/2014/main" id="{D2CA0BF6-0BEB-4580-B99B-2E4D7D3DFFD4}"/>
              </a:ext>
            </a:extLst>
          </p:cNvPr>
          <p:cNvSpPr>
            <a:spLocks noGrp="1"/>
          </p:cNvSpPr>
          <p:nvPr/>
        </p:nvSpPr>
        <p:spPr>
          <a:xfrm>
            <a:off x="4762500" y="3543300"/>
            <a:ext cx="2286000" cy="381000"/>
          </a:xfrm>
          <a:prstGeom prst="rect">
            <a:avLst/>
          </a:prstGeom>
          <a:noFill/>
          <a:ln w="0">
            <a:noFill/>
            <a:prstDash val="solid"/>
          </a:ln>
        </p:spPr>
        <p:txBody>
          <a:bodyPr anchor="ctr"/>
          <a:lstStyle/>
          <a:p>
            <a:pPr algn="l">
              <a:defRPr sz="1350" b="1">
                <a:solidFill>
                  <a:srgbClr val="10243E"/>
                </a:solidFill>
              </a:defRPr>
            </a:pPr>
            <a:r>
              <a:rPr sz="1350" b="1">
                <a:solidFill>
                  <a:srgbClr val="10243E"/>
                </a:solidFill>
              </a:rPr>
              <a:t>Bases de datos</a:t>
            </a:r>
          </a:p>
        </p:txBody>
      </p:sp>
      <p:sp>
        <p:nvSpPr>
          <p:cNvPr id="26" name="Rectángulo 25">
            <a:extLst>
              <a:ext uri="{FF2B5EF4-FFF2-40B4-BE49-F238E27FC236}">
                <a16:creationId xmlns:a16="http://schemas.microsoft.com/office/drawing/2014/main" id="{3BC87237-3E7C-4A70-B5EE-DB3879A5F12B}"/>
              </a:ext>
            </a:extLst>
          </p:cNvPr>
          <p:cNvSpPr>
            <a:spLocks noGrp="1"/>
          </p:cNvSpPr>
          <p:nvPr/>
        </p:nvSpPr>
        <p:spPr>
          <a:xfrm>
            <a:off x="4448175" y="3962400"/>
            <a:ext cx="19050" cy="476250"/>
          </a:xfrm>
          <a:prstGeom prst="rect">
            <a:avLst/>
          </a:prstGeom>
          <a:solidFill>
            <a:srgbClr val="22C9C3"/>
          </a:solidFill>
          <a:ln w="0">
            <a:noFill/>
            <a:prstDash val="solid"/>
          </a:ln>
        </p:spPr>
      </p:sp>
      <p:sp>
        <p:nvSpPr>
          <p:cNvPr id="27" name="Elipse 26">
            <a:extLst>
              <a:ext uri="{FF2B5EF4-FFF2-40B4-BE49-F238E27FC236}">
                <a16:creationId xmlns:a16="http://schemas.microsoft.com/office/drawing/2014/main" id="{93BD8375-320B-4D9D-B3B9-44A18C06043B}"/>
              </a:ext>
            </a:extLst>
          </p:cNvPr>
          <p:cNvSpPr>
            <a:spLocks noGrp="1"/>
          </p:cNvSpPr>
          <p:nvPr/>
        </p:nvSpPr>
        <p:spPr>
          <a:xfrm>
            <a:off x="4314825" y="4486275"/>
            <a:ext cx="285750" cy="285750"/>
          </a:xfrm>
          <a:prstGeom prst="ellipse">
            <a:avLst/>
          </a:prstGeom>
          <a:solidFill>
            <a:srgbClr val="22C9C3"/>
          </a:solidFill>
          <a:ln w="0">
            <a:noFill/>
            <a:prstDash val="solid"/>
          </a:ln>
        </p:spPr>
      </p:sp>
      <p:sp>
        <p:nvSpPr>
          <p:cNvPr id="28" name="Rectángulo 27">
            <a:extLst>
              <a:ext uri="{FF2B5EF4-FFF2-40B4-BE49-F238E27FC236}">
                <a16:creationId xmlns:a16="http://schemas.microsoft.com/office/drawing/2014/main" id="{73C588E3-CE1C-4829-A0EC-A74DA55527AD}"/>
              </a:ext>
            </a:extLst>
          </p:cNvPr>
          <p:cNvSpPr>
            <a:spLocks noGrp="1"/>
          </p:cNvSpPr>
          <p:nvPr/>
        </p:nvSpPr>
        <p:spPr>
          <a:xfrm>
            <a:off x="4324350" y="4495800"/>
            <a:ext cx="266700" cy="266700"/>
          </a:xfrm>
          <a:prstGeom prst="rect">
            <a:avLst/>
          </a:prstGeom>
          <a:noFill/>
          <a:ln w="0">
            <a:noFill/>
            <a:prstDash val="solid"/>
          </a:ln>
        </p:spPr>
        <p:txBody>
          <a:bodyPr anchor="ctr"/>
          <a:lstStyle/>
          <a:p>
            <a:pPr algn="ctr">
              <a:defRPr sz="675" b="1">
                <a:solidFill>
                  <a:srgbClr val="0B1F3A"/>
                </a:solidFill>
              </a:defRPr>
            </a:pPr>
            <a:r>
              <a:rPr sz="675" b="1">
                <a:solidFill>
                  <a:srgbClr val="0B1F3A"/>
                </a:solidFill>
              </a:rPr>
              <a:t>UD05</a:t>
            </a:r>
          </a:p>
        </p:txBody>
      </p:sp>
      <p:sp>
        <p:nvSpPr>
          <p:cNvPr id="29" name="Rectángulo 28">
            <a:extLst>
              <a:ext uri="{FF2B5EF4-FFF2-40B4-BE49-F238E27FC236}">
                <a16:creationId xmlns:a16="http://schemas.microsoft.com/office/drawing/2014/main" id="{1B4A9932-E452-4F54-A494-778C1C5911D3}"/>
              </a:ext>
            </a:extLst>
          </p:cNvPr>
          <p:cNvSpPr>
            <a:spLocks noGrp="1"/>
          </p:cNvSpPr>
          <p:nvPr/>
        </p:nvSpPr>
        <p:spPr>
          <a:xfrm>
            <a:off x="4762500" y="4438650"/>
            <a:ext cx="2286000" cy="381000"/>
          </a:xfrm>
          <a:prstGeom prst="rect">
            <a:avLst/>
          </a:prstGeom>
          <a:noFill/>
          <a:ln w="0">
            <a:noFill/>
            <a:prstDash val="solid"/>
          </a:ln>
        </p:spPr>
        <p:txBody>
          <a:bodyPr anchor="ctr"/>
          <a:lstStyle/>
          <a:p>
            <a:pPr algn="l">
              <a:defRPr sz="1350" b="1">
                <a:solidFill>
                  <a:srgbClr val="10243E"/>
                </a:solidFill>
              </a:defRPr>
            </a:pPr>
            <a:r>
              <a:rPr sz="1350" b="1">
                <a:solidFill>
                  <a:srgbClr val="10243E"/>
                </a:solidFill>
              </a:rPr>
              <a:t>Impresión + 3D</a:t>
            </a:r>
          </a:p>
        </p:txBody>
      </p:sp>
      <p:sp>
        <p:nvSpPr>
          <p:cNvPr id="30" name="Rectángulo: esquinas redondeadas 29">
            <a:extLst>
              <a:ext uri="{FF2B5EF4-FFF2-40B4-BE49-F238E27FC236}">
                <a16:creationId xmlns:a16="http://schemas.microsoft.com/office/drawing/2014/main" id="{0D8AD2DA-592D-4DFC-B41E-502675616A50}"/>
              </a:ext>
            </a:extLst>
          </p:cNvPr>
          <p:cNvSpPr>
            <a:spLocks noGrp="1"/>
          </p:cNvSpPr>
          <p:nvPr/>
        </p:nvSpPr>
        <p:spPr>
          <a:xfrm>
            <a:off x="7505700" y="1809750"/>
            <a:ext cx="4076700" cy="4095750"/>
          </a:xfrm>
          <a:prstGeom prst="roundRect">
            <a:avLst>
              <a:gd name="adj" fmla="val 3738"/>
            </a:avLst>
          </a:prstGeom>
          <a:solidFill>
            <a:srgbClr val="F1F5F8"/>
          </a:solidFill>
          <a:ln w="19050">
            <a:solidFill>
              <a:srgbClr val="F26B4E"/>
            </a:solidFill>
            <a:prstDash val="solid"/>
          </a:ln>
        </p:spPr>
      </p:sp>
      <p:sp>
        <p:nvSpPr>
          <p:cNvPr id="31" name="Rectángulo 30">
            <a:extLst>
              <a:ext uri="{FF2B5EF4-FFF2-40B4-BE49-F238E27FC236}">
                <a16:creationId xmlns:a16="http://schemas.microsoft.com/office/drawing/2014/main" id="{12EAC713-72D9-439C-BBB2-CDD220518009}"/>
              </a:ext>
            </a:extLst>
          </p:cNvPr>
          <p:cNvSpPr>
            <a:spLocks noGrp="1"/>
          </p:cNvSpPr>
          <p:nvPr/>
        </p:nvSpPr>
        <p:spPr>
          <a:xfrm>
            <a:off x="7734300" y="2000250"/>
            <a:ext cx="3619500" cy="285750"/>
          </a:xfrm>
          <a:prstGeom prst="rect">
            <a:avLst/>
          </a:prstGeom>
          <a:noFill/>
          <a:ln w="0">
            <a:noFill/>
            <a:prstDash val="solid"/>
          </a:ln>
        </p:spPr>
        <p:txBody>
          <a:bodyPr anchor="ctr"/>
          <a:lstStyle/>
          <a:p>
            <a:pPr algn="l">
              <a:defRPr sz="1125" b="1">
                <a:solidFill>
                  <a:srgbClr val="F26B4E"/>
                </a:solidFill>
              </a:defRPr>
            </a:pPr>
            <a:r>
              <a:rPr sz="1125" b="1">
                <a:solidFill>
                  <a:srgbClr val="F26B4E"/>
                </a:solidFill>
              </a:rPr>
              <a:t>3ª EVALUACIÓN</a:t>
            </a:r>
          </a:p>
        </p:txBody>
      </p:sp>
      <p:sp>
        <p:nvSpPr>
          <p:cNvPr id="32" name="Elipse 31">
            <a:extLst>
              <a:ext uri="{FF2B5EF4-FFF2-40B4-BE49-F238E27FC236}">
                <a16:creationId xmlns:a16="http://schemas.microsoft.com/office/drawing/2014/main" id="{4589EA48-7998-4D7A-BCC9-CCD9A6F139F3}"/>
              </a:ext>
            </a:extLst>
          </p:cNvPr>
          <p:cNvSpPr>
            <a:spLocks noGrp="1"/>
          </p:cNvSpPr>
          <p:nvPr/>
        </p:nvSpPr>
        <p:spPr>
          <a:xfrm>
            <a:off x="7762875" y="2695575"/>
            <a:ext cx="285750" cy="285750"/>
          </a:xfrm>
          <a:prstGeom prst="ellipse">
            <a:avLst/>
          </a:prstGeom>
          <a:solidFill>
            <a:srgbClr val="F26B4E"/>
          </a:solidFill>
          <a:ln w="0">
            <a:noFill/>
            <a:prstDash val="solid"/>
          </a:ln>
        </p:spPr>
      </p:sp>
      <p:sp>
        <p:nvSpPr>
          <p:cNvPr id="33" name="Rectángulo 32">
            <a:extLst>
              <a:ext uri="{FF2B5EF4-FFF2-40B4-BE49-F238E27FC236}">
                <a16:creationId xmlns:a16="http://schemas.microsoft.com/office/drawing/2014/main" id="{70F03A82-581C-40AB-9E73-37E5723CB7F0}"/>
              </a:ext>
            </a:extLst>
          </p:cNvPr>
          <p:cNvSpPr>
            <a:spLocks noGrp="1"/>
          </p:cNvSpPr>
          <p:nvPr/>
        </p:nvSpPr>
        <p:spPr>
          <a:xfrm>
            <a:off x="7772400" y="2705100"/>
            <a:ext cx="266700" cy="266700"/>
          </a:xfrm>
          <a:prstGeom prst="rect">
            <a:avLst/>
          </a:prstGeom>
          <a:noFill/>
          <a:ln w="0">
            <a:noFill/>
            <a:prstDash val="solid"/>
          </a:ln>
        </p:spPr>
        <p:txBody>
          <a:bodyPr anchor="ctr"/>
          <a:lstStyle/>
          <a:p>
            <a:pPr algn="ctr">
              <a:defRPr sz="675" b="1">
                <a:solidFill>
                  <a:srgbClr val="FFFFFF"/>
                </a:solidFill>
              </a:defRPr>
            </a:pPr>
            <a:r>
              <a:rPr sz="675" b="1">
                <a:solidFill>
                  <a:srgbClr val="FFFFFF"/>
                </a:solidFill>
              </a:rPr>
              <a:t>UD06</a:t>
            </a:r>
          </a:p>
        </p:txBody>
      </p:sp>
      <p:sp>
        <p:nvSpPr>
          <p:cNvPr id="34" name="Rectángulo 33">
            <a:extLst>
              <a:ext uri="{FF2B5EF4-FFF2-40B4-BE49-F238E27FC236}">
                <a16:creationId xmlns:a16="http://schemas.microsoft.com/office/drawing/2014/main" id="{0215CA30-452C-4DE1-98EC-F9819747878B}"/>
              </a:ext>
            </a:extLst>
          </p:cNvPr>
          <p:cNvSpPr>
            <a:spLocks noGrp="1"/>
          </p:cNvSpPr>
          <p:nvPr/>
        </p:nvSpPr>
        <p:spPr>
          <a:xfrm>
            <a:off x="8210550" y="2647950"/>
            <a:ext cx="3124200" cy="381000"/>
          </a:xfrm>
          <a:prstGeom prst="rect">
            <a:avLst/>
          </a:prstGeom>
          <a:noFill/>
          <a:ln w="0">
            <a:noFill/>
            <a:prstDash val="solid"/>
          </a:ln>
        </p:spPr>
        <p:txBody>
          <a:bodyPr anchor="ctr"/>
          <a:lstStyle/>
          <a:p>
            <a:pPr algn="l">
              <a:defRPr sz="1350" b="1">
                <a:solidFill>
                  <a:srgbClr val="10243E"/>
                </a:solidFill>
              </a:defRPr>
            </a:pPr>
            <a:r>
              <a:rPr sz="1350" b="1">
                <a:solidFill>
                  <a:srgbClr val="10243E"/>
                </a:solidFill>
              </a:rPr>
              <a:t>Imagen profesional</a:t>
            </a:r>
          </a:p>
        </p:txBody>
      </p:sp>
      <p:sp>
        <p:nvSpPr>
          <p:cNvPr id="35" name="Rectángulo 34">
            <a:extLst>
              <a:ext uri="{FF2B5EF4-FFF2-40B4-BE49-F238E27FC236}">
                <a16:creationId xmlns:a16="http://schemas.microsoft.com/office/drawing/2014/main" id="{0A960FAE-3A8C-4AE6-A69A-65D935A97A80}"/>
              </a:ext>
            </a:extLst>
          </p:cNvPr>
          <p:cNvSpPr>
            <a:spLocks noGrp="1"/>
          </p:cNvSpPr>
          <p:nvPr/>
        </p:nvSpPr>
        <p:spPr>
          <a:xfrm>
            <a:off x="7896225" y="3067050"/>
            <a:ext cx="19050" cy="476250"/>
          </a:xfrm>
          <a:prstGeom prst="rect">
            <a:avLst/>
          </a:prstGeom>
          <a:solidFill>
            <a:srgbClr val="F26B4E"/>
          </a:solidFill>
          <a:ln w="0">
            <a:noFill/>
            <a:prstDash val="solid"/>
          </a:ln>
        </p:spPr>
      </p:sp>
      <p:sp>
        <p:nvSpPr>
          <p:cNvPr id="36" name="Elipse 35">
            <a:extLst>
              <a:ext uri="{FF2B5EF4-FFF2-40B4-BE49-F238E27FC236}">
                <a16:creationId xmlns:a16="http://schemas.microsoft.com/office/drawing/2014/main" id="{41B6BED7-DC11-4D14-8CDC-AD959A1415CC}"/>
              </a:ext>
            </a:extLst>
          </p:cNvPr>
          <p:cNvSpPr>
            <a:spLocks noGrp="1"/>
          </p:cNvSpPr>
          <p:nvPr/>
        </p:nvSpPr>
        <p:spPr>
          <a:xfrm>
            <a:off x="7762875" y="3590925"/>
            <a:ext cx="285750" cy="285750"/>
          </a:xfrm>
          <a:prstGeom prst="ellipse">
            <a:avLst/>
          </a:prstGeom>
          <a:solidFill>
            <a:srgbClr val="F26B4E"/>
          </a:solidFill>
          <a:ln w="0">
            <a:noFill/>
            <a:prstDash val="solid"/>
          </a:ln>
        </p:spPr>
      </p:sp>
      <p:sp>
        <p:nvSpPr>
          <p:cNvPr id="37" name="Rectángulo 36">
            <a:extLst>
              <a:ext uri="{FF2B5EF4-FFF2-40B4-BE49-F238E27FC236}">
                <a16:creationId xmlns:a16="http://schemas.microsoft.com/office/drawing/2014/main" id="{976B041B-1FD2-437D-BD89-F02527E5514D}"/>
              </a:ext>
            </a:extLst>
          </p:cNvPr>
          <p:cNvSpPr>
            <a:spLocks noGrp="1"/>
          </p:cNvSpPr>
          <p:nvPr/>
        </p:nvSpPr>
        <p:spPr>
          <a:xfrm>
            <a:off x="7772400" y="3600450"/>
            <a:ext cx="266700" cy="266700"/>
          </a:xfrm>
          <a:prstGeom prst="rect">
            <a:avLst/>
          </a:prstGeom>
          <a:noFill/>
          <a:ln w="0">
            <a:noFill/>
            <a:prstDash val="solid"/>
          </a:ln>
        </p:spPr>
        <p:txBody>
          <a:bodyPr anchor="ctr"/>
          <a:lstStyle/>
          <a:p>
            <a:pPr algn="ctr">
              <a:defRPr sz="675" b="1">
                <a:solidFill>
                  <a:srgbClr val="FFFFFF"/>
                </a:solidFill>
              </a:defRPr>
            </a:pPr>
            <a:r>
              <a:rPr sz="675" b="1">
                <a:solidFill>
                  <a:srgbClr val="FFFFFF"/>
                </a:solidFill>
              </a:rPr>
              <a:t>UD07</a:t>
            </a:r>
          </a:p>
        </p:txBody>
      </p:sp>
      <p:sp>
        <p:nvSpPr>
          <p:cNvPr id="38" name="Rectángulo 37">
            <a:extLst>
              <a:ext uri="{FF2B5EF4-FFF2-40B4-BE49-F238E27FC236}">
                <a16:creationId xmlns:a16="http://schemas.microsoft.com/office/drawing/2014/main" id="{EB0D481F-5FCE-415D-9BD7-36184B3FB94C}"/>
              </a:ext>
            </a:extLst>
          </p:cNvPr>
          <p:cNvSpPr>
            <a:spLocks noGrp="1"/>
          </p:cNvSpPr>
          <p:nvPr/>
        </p:nvSpPr>
        <p:spPr>
          <a:xfrm>
            <a:off x="8210550" y="3543300"/>
            <a:ext cx="3124200" cy="381000"/>
          </a:xfrm>
          <a:prstGeom prst="rect">
            <a:avLst/>
          </a:prstGeom>
          <a:noFill/>
          <a:ln w="0">
            <a:noFill/>
            <a:prstDash val="solid"/>
          </a:ln>
        </p:spPr>
        <p:txBody>
          <a:bodyPr anchor="ctr"/>
          <a:lstStyle/>
          <a:p>
            <a:pPr algn="l">
              <a:defRPr sz="1350" b="1">
                <a:solidFill>
                  <a:srgbClr val="10243E"/>
                </a:solidFill>
              </a:defRPr>
            </a:pPr>
            <a:r>
              <a:rPr sz="1350" b="1">
                <a:solidFill>
                  <a:srgbClr val="10243E"/>
                </a:solidFill>
              </a:rPr>
              <a:t>Presentamos</a:t>
            </a:r>
          </a:p>
        </p:txBody>
      </p:sp>
      <p:sp>
        <p:nvSpPr>
          <p:cNvPr id="39" name="Rectángulo 38">
            <a:extLst>
              <a:ext uri="{FF2B5EF4-FFF2-40B4-BE49-F238E27FC236}">
                <a16:creationId xmlns:a16="http://schemas.microsoft.com/office/drawing/2014/main" id="{E2B82486-13EE-493E-907A-DA83D2157928}"/>
              </a:ext>
            </a:extLst>
          </p:cNvPr>
          <p:cNvSpPr>
            <a:spLocks noGrp="1"/>
          </p:cNvSpPr>
          <p:nvPr/>
        </p:nvSpPr>
        <p:spPr>
          <a:xfrm>
            <a:off x="7896225" y="3962400"/>
            <a:ext cx="19050" cy="476250"/>
          </a:xfrm>
          <a:prstGeom prst="rect">
            <a:avLst/>
          </a:prstGeom>
          <a:solidFill>
            <a:srgbClr val="F26B4E"/>
          </a:solidFill>
          <a:ln w="0">
            <a:noFill/>
            <a:prstDash val="solid"/>
          </a:ln>
        </p:spPr>
      </p:sp>
      <p:sp>
        <p:nvSpPr>
          <p:cNvPr id="40" name="Elipse 39">
            <a:extLst>
              <a:ext uri="{FF2B5EF4-FFF2-40B4-BE49-F238E27FC236}">
                <a16:creationId xmlns:a16="http://schemas.microsoft.com/office/drawing/2014/main" id="{37F07DBA-630F-452E-8872-66B82D62E02E}"/>
              </a:ext>
            </a:extLst>
          </p:cNvPr>
          <p:cNvSpPr>
            <a:spLocks noGrp="1"/>
          </p:cNvSpPr>
          <p:nvPr/>
        </p:nvSpPr>
        <p:spPr>
          <a:xfrm>
            <a:off x="7762875" y="4486275"/>
            <a:ext cx="285750" cy="285750"/>
          </a:xfrm>
          <a:prstGeom prst="ellipse">
            <a:avLst/>
          </a:prstGeom>
          <a:solidFill>
            <a:srgbClr val="F26B4E"/>
          </a:solidFill>
          <a:ln w="0">
            <a:noFill/>
            <a:prstDash val="solid"/>
          </a:ln>
        </p:spPr>
      </p:sp>
      <p:sp>
        <p:nvSpPr>
          <p:cNvPr id="41" name="Rectángulo 40">
            <a:extLst>
              <a:ext uri="{FF2B5EF4-FFF2-40B4-BE49-F238E27FC236}">
                <a16:creationId xmlns:a16="http://schemas.microsoft.com/office/drawing/2014/main" id="{8D38EEA8-59CB-475D-8930-B975CBDD756A}"/>
              </a:ext>
            </a:extLst>
          </p:cNvPr>
          <p:cNvSpPr>
            <a:spLocks noGrp="1"/>
          </p:cNvSpPr>
          <p:nvPr/>
        </p:nvSpPr>
        <p:spPr>
          <a:xfrm>
            <a:off x="7772400" y="4495800"/>
            <a:ext cx="266700" cy="266700"/>
          </a:xfrm>
          <a:prstGeom prst="rect">
            <a:avLst/>
          </a:prstGeom>
          <a:noFill/>
          <a:ln w="0">
            <a:noFill/>
            <a:prstDash val="solid"/>
          </a:ln>
        </p:spPr>
        <p:txBody>
          <a:bodyPr anchor="ctr"/>
          <a:lstStyle/>
          <a:p>
            <a:pPr algn="ctr">
              <a:defRPr sz="675" b="1">
                <a:solidFill>
                  <a:srgbClr val="FFFFFF"/>
                </a:solidFill>
              </a:defRPr>
            </a:pPr>
            <a:r>
              <a:rPr sz="675" b="1">
                <a:solidFill>
                  <a:srgbClr val="FFFFFF"/>
                </a:solidFill>
              </a:rPr>
              <a:t>UD08</a:t>
            </a:r>
          </a:p>
        </p:txBody>
      </p:sp>
      <p:sp>
        <p:nvSpPr>
          <p:cNvPr id="42" name="Rectángulo 41">
            <a:extLst>
              <a:ext uri="{FF2B5EF4-FFF2-40B4-BE49-F238E27FC236}">
                <a16:creationId xmlns:a16="http://schemas.microsoft.com/office/drawing/2014/main" id="{6F7C5C93-AF4C-4DF7-A492-7032C8E1521F}"/>
              </a:ext>
            </a:extLst>
          </p:cNvPr>
          <p:cNvSpPr>
            <a:spLocks noGrp="1"/>
          </p:cNvSpPr>
          <p:nvPr/>
        </p:nvSpPr>
        <p:spPr>
          <a:xfrm>
            <a:off x="8210550" y="4438650"/>
            <a:ext cx="3124200" cy="381000"/>
          </a:xfrm>
          <a:prstGeom prst="rect">
            <a:avLst/>
          </a:prstGeom>
          <a:noFill/>
          <a:ln w="0">
            <a:noFill/>
            <a:prstDash val="solid"/>
          </a:ln>
        </p:spPr>
        <p:txBody>
          <a:bodyPr anchor="ctr"/>
          <a:lstStyle/>
          <a:p>
            <a:pPr algn="l">
              <a:defRPr sz="1350" b="1">
                <a:solidFill>
                  <a:srgbClr val="10243E"/>
                </a:solidFill>
              </a:defRPr>
            </a:pPr>
            <a:r>
              <a:rPr sz="1350" b="1">
                <a:solidFill>
                  <a:srgbClr val="10243E"/>
                </a:solidFill>
              </a:rPr>
              <a:t>Multimedia y soporte</a:t>
            </a:r>
          </a:p>
        </p:txBody>
      </p:sp>
      <p:sp>
        <p:nvSpPr>
          <p:cNvPr id="43" name="Rectángulo 42">
            <a:extLst>
              <a:ext uri="{FF2B5EF4-FFF2-40B4-BE49-F238E27FC236}">
                <a16:creationId xmlns:a16="http://schemas.microsoft.com/office/drawing/2014/main" id="{6FC021CE-8694-41CC-A39A-35263B635988}"/>
              </a:ext>
            </a:extLst>
          </p:cNvPr>
          <p:cNvSpPr>
            <a:spLocks noGrp="1"/>
          </p:cNvSpPr>
          <p:nvPr/>
        </p:nvSpPr>
        <p:spPr>
          <a:xfrm>
            <a:off x="609600" y="6457950"/>
            <a:ext cx="4000500" cy="171450"/>
          </a:xfrm>
          <a:prstGeom prst="rect">
            <a:avLst/>
          </a:prstGeom>
          <a:noFill/>
          <a:ln w="0">
            <a:noFill/>
            <a:prstDash val="solid"/>
          </a:ln>
        </p:spPr>
        <p:txBody>
          <a:bodyPr anchor="ctr"/>
          <a:lstStyle/>
          <a:p>
            <a:pPr algn="l">
              <a:defRPr sz="825" b="1">
                <a:solidFill>
                  <a:srgbClr val="60758A"/>
                </a:solidFill>
              </a:defRPr>
            </a:pPr>
            <a:r>
              <a:rPr sz="825" b="1">
                <a:solidFill>
                  <a:srgbClr val="60758A"/>
                </a:solidFill>
              </a:rPr>
              <a:t>APLICACIONES OFIMÁTICAS · 1º SMX</a:t>
            </a:r>
          </a:p>
        </p:txBody>
      </p:sp>
      <p:sp>
        <p:nvSpPr>
          <p:cNvPr id="44" name="Rectángulo 43">
            <a:extLst>
              <a:ext uri="{FF2B5EF4-FFF2-40B4-BE49-F238E27FC236}">
                <a16:creationId xmlns:a16="http://schemas.microsoft.com/office/drawing/2014/main" id="{96D988B4-845E-4346-9C1F-7C9D58BB5C97}"/>
              </a:ext>
            </a:extLst>
          </p:cNvPr>
          <p:cNvSpPr>
            <a:spLocks noGrp="1"/>
          </p:cNvSpPr>
          <p:nvPr/>
        </p:nvSpPr>
        <p:spPr>
          <a:xfrm>
            <a:off x="10934700" y="6438900"/>
            <a:ext cx="647700" cy="190500"/>
          </a:xfrm>
          <a:prstGeom prst="rect">
            <a:avLst/>
          </a:prstGeom>
          <a:noFill/>
          <a:ln w="0">
            <a:noFill/>
            <a:prstDash val="solid"/>
          </a:ln>
        </p:spPr>
        <p:txBody>
          <a:bodyPr anchor="ctr"/>
          <a:lstStyle/>
          <a:p>
            <a:pPr algn="r">
              <a:defRPr sz="825" b="1">
                <a:solidFill>
                  <a:srgbClr val="10243E"/>
                </a:solidFill>
              </a:defRPr>
            </a:pPr>
            <a:r>
              <a:rPr sz="825" b="1">
                <a:solidFill>
                  <a:srgbClr val="10243E"/>
                </a:solidFill>
              </a:rPr>
              <a:t>03</a:t>
            </a:r>
          </a:p>
        </p:txBody>
      </p:sp>
    </p:spTree>
    <p:extLst>
      <p:ext uri="{BB962C8B-B14F-4D97-AF65-F5344CB8AC3E}">
        <p14:creationId xmlns:p14="http://schemas.microsoft.com/office/powerpoint/2010/main" val="5208963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1F3A"/>
        </a:solidFill>
        <a:effectLst/>
      </p:bgPr>
    </p:bg>
    <p:spTree>
      <p:nvGrpSpPr>
        <p:cNvPr id="1" name=""/>
        <p:cNvGrpSpPr/>
        <p:nvPr/>
      </p:nvGrpSpPr>
      <p:grpSpPr>
        <a:xfrm>
          <a:off x="0" y="0"/>
          <a:ext cx="0" cy="0"/>
          <a:chOff x="0" y="0"/>
          <a:chExt cx="0" cy="0"/>
        </a:xfrm>
      </p:grpSpPr>
      <p:sp>
        <p:nvSpPr>
          <p:cNvPr id="28" name="Rectángulo 27">
            <a:extLst>
              <a:ext uri="{FF2B5EF4-FFF2-40B4-BE49-F238E27FC236}">
                <a16:creationId xmlns:a16="http://schemas.microsoft.com/office/drawing/2014/main" id="{B2A45624-4EEB-480E-9D31-2549354055CA}"/>
              </a:ext>
            </a:extLst>
          </p:cNvPr>
          <p:cNvSpPr>
            <a:spLocks noGrp="1"/>
          </p:cNvSpPr>
          <p:nvPr/>
        </p:nvSpPr>
        <p:spPr>
          <a:xfrm>
            <a:off x="609600" y="400050"/>
            <a:ext cx="5143500" cy="247650"/>
          </a:xfrm>
          <a:prstGeom prst="rect">
            <a:avLst/>
          </a:prstGeom>
          <a:noFill/>
          <a:ln w="0">
            <a:noFill/>
            <a:prstDash val="solid"/>
          </a:ln>
        </p:spPr>
        <p:txBody>
          <a:bodyPr anchor="ctr"/>
          <a:lstStyle/>
          <a:p>
            <a:pPr algn="l">
              <a:defRPr sz="975" b="1">
                <a:solidFill>
                  <a:srgbClr val="22C9C3"/>
                </a:solidFill>
              </a:defRPr>
            </a:pPr>
            <a:r>
              <a:rPr sz="975" b="1">
                <a:solidFill>
                  <a:srgbClr val="22C9C3"/>
                </a:solidFill>
              </a:rPr>
              <a:t>ASÍ SERÁ UNA CLASE</a:t>
            </a:r>
          </a:p>
        </p:txBody>
      </p:sp>
      <p:sp>
        <p:nvSpPr>
          <p:cNvPr id="2" name="Rectángulo 1">
            <a:extLst>
              <a:ext uri="{FF2B5EF4-FFF2-40B4-BE49-F238E27FC236}">
                <a16:creationId xmlns:a16="http://schemas.microsoft.com/office/drawing/2014/main" id="{9495388B-6EAF-4B39-BF86-6EE31B03952B}"/>
              </a:ext>
            </a:extLst>
          </p:cNvPr>
          <p:cNvSpPr>
            <a:spLocks noGrp="1"/>
          </p:cNvSpPr>
          <p:nvPr/>
        </p:nvSpPr>
        <p:spPr>
          <a:xfrm>
            <a:off x="609600" y="685800"/>
            <a:ext cx="10858500" cy="666750"/>
          </a:xfrm>
          <a:prstGeom prst="rect">
            <a:avLst/>
          </a:prstGeom>
          <a:noFill/>
          <a:ln w="0">
            <a:noFill/>
            <a:prstDash val="solid"/>
          </a:ln>
        </p:spPr>
        <p:txBody>
          <a:bodyPr anchor="ctr"/>
          <a:lstStyle/>
          <a:p>
            <a:pPr algn="l">
              <a:defRPr sz="2850" b="1">
                <a:solidFill>
                  <a:srgbClr val="FFFFFF"/>
                </a:solidFill>
              </a:defRPr>
            </a:pPr>
            <a:r>
              <a:rPr sz="2850" b="1">
                <a:solidFill>
                  <a:srgbClr val="FFFFFF"/>
                </a:solidFill>
              </a:rPr>
              <a:t>Entender → ver → hacer → entregar → mejorar</a:t>
            </a:r>
          </a:p>
        </p:txBody>
      </p:sp>
      <p:sp>
        <p:nvSpPr>
          <p:cNvPr id="3" name="Rectángulo 2">
            <a:extLst>
              <a:ext uri="{FF2B5EF4-FFF2-40B4-BE49-F238E27FC236}">
                <a16:creationId xmlns:a16="http://schemas.microsoft.com/office/drawing/2014/main" id="{59091FEA-4657-4FF7-90F3-1A1CD21E3EA3}"/>
              </a:ext>
            </a:extLst>
          </p:cNvPr>
          <p:cNvSpPr>
            <a:spLocks noGrp="1"/>
          </p:cNvSpPr>
          <p:nvPr/>
        </p:nvSpPr>
        <p:spPr>
          <a:xfrm>
            <a:off x="609600" y="1428750"/>
            <a:ext cx="10972800" cy="19050"/>
          </a:xfrm>
          <a:prstGeom prst="rect">
            <a:avLst/>
          </a:prstGeom>
          <a:solidFill>
            <a:srgbClr val="22C9C3"/>
          </a:solidFill>
          <a:ln w="0">
            <a:noFill/>
            <a:prstDash val="solid"/>
          </a:ln>
        </p:spPr>
      </p:sp>
      <p:sp>
        <p:nvSpPr>
          <p:cNvPr id="4" name="Rectángulo 3">
            <a:extLst>
              <a:ext uri="{FF2B5EF4-FFF2-40B4-BE49-F238E27FC236}">
                <a16:creationId xmlns:a16="http://schemas.microsoft.com/office/drawing/2014/main" id="{46B00D61-F529-4D79-9781-1F613A01168B}"/>
              </a:ext>
            </a:extLst>
          </p:cNvPr>
          <p:cNvSpPr>
            <a:spLocks noGrp="1"/>
          </p:cNvSpPr>
          <p:nvPr/>
        </p:nvSpPr>
        <p:spPr>
          <a:xfrm>
            <a:off x="1047750" y="3276600"/>
            <a:ext cx="9715500" cy="47625"/>
          </a:xfrm>
          <a:prstGeom prst="rect">
            <a:avLst/>
          </a:prstGeom>
          <a:solidFill>
            <a:srgbClr val="38506A"/>
          </a:solidFill>
          <a:ln w="0">
            <a:noFill/>
            <a:prstDash val="solid"/>
          </a:ln>
        </p:spPr>
      </p:sp>
      <p:sp>
        <p:nvSpPr>
          <p:cNvPr id="5" name="Elipse 4">
            <a:extLst>
              <a:ext uri="{FF2B5EF4-FFF2-40B4-BE49-F238E27FC236}">
                <a16:creationId xmlns:a16="http://schemas.microsoft.com/office/drawing/2014/main" id="{4D92A536-F30C-4DFB-8258-A225ECA7439B}"/>
              </a:ext>
            </a:extLst>
          </p:cNvPr>
          <p:cNvSpPr>
            <a:spLocks noGrp="1"/>
          </p:cNvSpPr>
          <p:nvPr/>
        </p:nvSpPr>
        <p:spPr>
          <a:xfrm>
            <a:off x="971550" y="3086100"/>
            <a:ext cx="419100" cy="419100"/>
          </a:xfrm>
          <a:prstGeom prst="ellipse">
            <a:avLst/>
          </a:prstGeom>
          <a:solidFill>
            <a:srgbClr val="22C9C3"/>
          </a:solidFill>
          <a:ln w="0">
            <a:noFill/>
            <a:prstDash val="solid"/>
          </a:ln>
        </p:spPr>
      </p:sp>
      <p:sp>
        <p:nvSpPr>
          <p:cNvPr id="6" name="Rectángulo 5">
            <a:extLst>
              <a:ext uri="{FF2B5EF4-FFF2-40B4-BE49-F238E27FC236}">
                <a16:creationId xmlns:a16="http://schemas.microsoft.com/office/drawing/2014/main" id="{19EF8C0B-84E5-4ECE-B40A-76D9EF337ACC}"/>
              </a:ext>
            </a:extLst>
          </p:cNvPr>
          <p:cNvSpPr>
            <a:spLocks noGrp="1"/>
          </p:cNvSpPr>
          <p:nvPr/>
        </p:nvSpPr>
        <p:spPr>
          <a:xfrm>
            <a:off x="1038225" y="3152775"/>
            <a:ext cx="285750" cy="285750"/>
          </a:xfrm>
          <a:prstGeom prst="rect">
            <a:avLst/>
          </a:prstGeom>
          <a:noFill/>
          <a:ln w="0">
            <a:noFill/>
            <a:prstDash val="solid"/>
          </a:ln>
        </p:spPr>
        <p:txBody>
          <a:bodyPr anchor="ctr"/>
          <a:lstStyle/>
          <a:p>
            <a:pPr algn="ctr">
              <a:defRPr sz="1050" b="1">
                <a:solidFill>
                  <a:srgbClr val="0B1F3A"/>
                </a:solidFill>
              </a:defRPr>
            </a:pPr>
            <a:r>
              <a:rPr sz="1050" b="1">
                <a:solidFill>
                  <a:srgbClr val="0B1F3A"/>
                </a:solidFill>
              </a:rPr>
              <a:t>1</a:t>
            </a:r>
          </a:p>
        </p:txBody>
      </p:sp>
      <p:sp>
        <p:nvSpPr>
          <p:cNvPr id="7" name="Rectángulo 6">
            <a:extLst>
              <a:ext uri="{FF2B5EF4-FFF2-40B4-BE49-F238E27FC236}">
                <a16:creationId xmlns:a16="http://schemas.microsoft.com/office/drawing/2014/main" id="{8B377A70-8BEE-497C-BF14-F4485CB25C8E}"/>
              </a:ext>
            </a:extLst>
          </p:cNvPr>
          <p:cNvSpPr>
            <a:spLocks noGrp="1"/>
          </p:cNvSpPr>
          <p:nvPr/>
        </p:nvSpPr>
        <p:spPr>
          <a:xfrm>
            <a:off x="590550" y="3752850"/>
            <a:ext cx="1238250" cy="266700"/>
          </a:xfrm>
          <a:prstGeom prst="rect">
            <a:avLst/>
          </a:prstGeom>
          <a:noFill/>
          <a:ln w="0">
            <a:noFill/>
            <a:prstDash val="solid"/>
          </a:ln>
        </p:spPr>
        <p:txBody>
          <a:bodyPr anchor="ctr"/>
          <a:lstStyle/>
          <a:p>
            <a:pPr algn="ctr">
              <a:defRPr sz="1050" b="1">
                <a:solidFill>
                  <a:srgbClr val="FFFFFF"/>
                </a:solidFill>
              </a:defRPr>
            </a:pPr>
            <a:r>
              <a:rPr sz="1050" b="1">
                <a:solidFill>
                  <a:srgbClr val="FFFFFF"/>
                </a:solidFill>
              </a:rPr>
              <a:t>EXPLICACIÓN</a:t>
            </a:r>
          </a:p>
        </p:txBody>
      </p:sp>
      <p:sp>
        <p:nvSpPr>
          <p:cNvPr id="8" name="Rectángulo 7">
            <a:extLst>
              <a:ext uri="{FF2B5EF4-FFF2-40B4-BE49-F238E27FC236}">
                <a16:creationId xmlns:a16="http://schemas.microsoft.com/office/drawing/2014/main" id="{D3087705-84A6-43EA-AB82-16B16FCDCD36}"/>
              </a:ext>
            </a:extLst>
          </p:cNvPr>
          <p:cNvSpPr>
            <a:spLocks noGrp="1"/>
          </p:cNvSpPr>
          <p:nvPr/>
        </p:nvSpPr>
        <p:spPr>
          <a:xfrm>
            <a:off x="514350" y="4133850"/>
            <a:ext cx="1390650" cy="523875"/>
          </a:xfrm>
          <a:prstGeom prst="rect">
            <a:avLst/>
          </a:prstGeom>
          <a:noFill/>
          <a:ln w="0">
            <a:noFill/>
            <a:prstDash val="solid"/>
          </a:ln>
        </p:spPr>
        <p:txBody>
          <a:bodyPr anchor="ctr"/>
          <a:lstStyle/>
          <a:p>
            <a:pPr algn="ctr">
              <a:defRPr sz="1125" b="0">
                <a:solidFill>
                  <a:srgbClr val="BFD0DE"/>
                </a:solidFill>
              </a:defRPr>
            </a:pPr>
            <a:r>
              <a:rPr sz="1125" b="0">
                <a:solidFill>
                  <a:srgbClr val="BFD0DE"/>
                </a:solidFill>
              </a:rPr>
              <a:t>Qué problema resolvemos</a:t>
            </a:r>
          </a:p>
        </p:txBody>
      </p:sp>
      <p:sp>
        <p:nvSpPr>
          <p:cNvPr id="9" name="Elipse 8">
            <a:extLst>
              <a:ext uri="{FF2B5EF4-FFF2-40B4-BE49-F238E27FC236}">
                <a16:creationId xmlns:a16="http://schemas.microsoft.com/office/drawing/2014/main" id="{0438AA9C-AF20-4F0F-881F-7BD3936CBCDE}"/>
              </a:ext>
            </a:extLst>
          </p:cNvPr>
          <p:cNvSpPr>
            <a:spLocks noGrp="1"/>
          </p:cNvSpPr>
          <p:nvPr/>
        </p:nvSpPr>
        <p:spPr>
          <a:xfrm>
            <a:off x="3238500" y="3086100"/>
            <a:ext cx="419100" cy="419100"/>
          </a:xfrm>
          <a:prstGeom prst="ellipse">
            <a:avLst/>
          </a:prstGeom>
          <a:solidFill>
            <a:srgbClr val="22C9C3"/>
          </a:solidFill>
          <a:ln w="0">
            <a:noFill/>
            <a:prstDash val="solid"/>
          </a:ln>
        </p:spPr>
      </p:sp>
      <p:sp>
        <p:nvSpPr>
          <p:cNvPr id="10" name="Rectángulo 9">
            <a:extLst>
              <a:ext uri="{FF2B5EF4-FFF2-40B4-BE49-F238E27FC236}">
                <a16:creationId xmlns:a16="http://schemas.microsoft.com/office/drawing/2014/main" id="{991B6F37-0D84-4AB1-854C-5E7F0CCD0950}"/>
              </a:ext>
            </a:extLst>
          </p:cNvPr>
          <p:cNvSpPr>
            <a:spLocks noGrp="1"/>
          </p:cNvSpPr>
          <p:nvPr/>
        </p:nvSpPr>
        <p:spPr>
          <a:xfrm>
            <a:off x="3305175" y="3152775"/>
            <a:ext cx="285750" cy="285750"/>
          </a:xfrm>
          <a:prstGeom prst="rect">
            <a:avLst/>
          </a:prstGeom>
          <a:noFill/>
          <a:ln w="0">
            <a:noFill/>
            <a:prstDash val="solid"/>
          </a:ln>
        </p:spPr>
        <p:txBody>
          <a:bodyPr anchor="ctr"/>
          <a:lstStyle/>
          <a:p>
            <a:pPr algn="ctr">
              <a:defRPr sz="1050" b="1">
                <a:solidFill>
                  <a:srgbClr val="0B1F3A"/>
                </a:solidFill>
              </a:defRPr>
            </a:pPr>
            <a:r>
              <a:rPr sz="1050" b="1">
                <a:solidFill>
                  <a:srgbClr val="0B1F3A"/>
                </a:solidFill>
              </a:rPr>
              <a:t>2</a:t>
            </a:r>
          </a:p>
        </p:txBody>
      </p:sp>
      <p:sp>
        <p:nvSpPr>
          <p:cNvPr id="11" name="Rectángulo 10">
            <a:extLst>
              <a:ext uri="{FF2B5EF4-FFF2-40B4-BE49-F238E27FC236}">
                <a16:creationId xmlns:a16="http://schemas.microsoft.com/office/drawing/2014/main" id="{0B6F1C2D-2A79-442C-8AC2-7D6B667CC286}"/>
              </a:ext>
            </a:extLst>
          </p:cNvPr>
          <p:cNvSpPr>
            <a:spLocks noGrp="1"/>
          </p:cNvSpPr>
          <p:nvPr/>
        </p:nvSpPr>
        <p:spPr>
          <a:xfrm>
            <a:off x="2857500" y="3752850"/>
            <a:ext cx="1238250" cy="266700"/>
          </a:xfrm>
          <a:prstGeom prst="rect">
            <a:avLst/>
          </a:prstGeom>
          <a:noFill/>
          <a:ln w="0">
            <a:noFill/>
            <a:prstDash val="solid"/>
          </a:ln>
        </p:spPr>
        <p:txBody>
          <a:bodyPr anchor="ctr"/>
          <a:lstStyle/>
          <a:p>
            <a:pPr algn="ctr">
              <a:defRPr sz="1050" b="1">
                <a:solidFill>
                  <a:srgbClr val="FFFFFF"/>
                </a:solidFill>
              </a:defRPr>
            </a:pPr>
            <a:r>
              <a:rPr sz="1050" b="1">
                <a:solidFill>
                  <a:srgbClr val="FFFFFF"/>
                </a:solidFill>
              </a:rPr>
              <a:t>DEMOSTRACIÓN</a:t>
            </a:r>
          </a:p>
        </p:txBody>
      </p:sp>
      <p:sp>
        <p:nvSpPr>
          <p:cNvPr id="12" name="Rectángulo 11">
            <a:extLst>
              <a:ext uri="{FF2B5EF4-FFF2-40B4-BE49-F238E27FC236}">
                <a16:creationId xmlns:a16="http://schemas.microsoft.com/office/drawing/2014/main" id="{0DF2093E-7821-4F50-B28A-FDF44A497769}"/>
              </a:ext>
            </a:extLst>
          </p:cNvPr>
          <p:cNvSpPr>
            <a:spLocks noGrp="1"/>
          </p:cNvSpPr>
          <p:nvPr/>
        </p:nvSpPr>
        <p:spPr>
          <a:xfrm>
            <a:off x="2781300" y="4133850"/>
            <a:ext cx="1390650" cy="523875"/>
          </a:xfrm>
          <a:prstGeom prst="rect">
            <a:avLst/>
          </a:prstGeom>
          <a:noFill/>
          <a:ln w="0">
            <a:noFill/>
            <a:prstDash val="solid"/>
          </a:ln>
        </p:spPr>
        <p:txBody>
          <a:bodyPr anchor="ctr"/>
          <a:lstStyle/>
          <a:p>
            <a:pPr algn="ctr">
              <a:defRPr sz="1125" b="0">
                <a:solidFill>
                  <a:srgbClr val="BFD0DE"/>
                </a:solidFill>
              </a:defRPr>
            </a:pPr>
            <a:r>
              <a:rPr sz="1125" b="0">
                <a:solidFill>
                  <a:srgbClr val="BFD0DE"/>
                </a:solidFill>
              </a:rPr>
              <a:t>Libre y comercial</a:t>
            </a:r>
          </a:p>
        </p:txBody>
      </p:sp>
      <p:sp>
        <p:nvSpPr>
          <p:cNvPr id="13" name="Elipse 12">
            <a:extLst>
              <a:ext uri="{FF2B5EF4-FFF2-40B4-BE49-F238E27FC236}">
                <a16:creationId xmlns:a16="http://schemas.microsoft.com/office/drawing/2014/main" id="{2B10DE9B-CAF1-4E7E-9602-EE0E8D42792A}"/>
              </a:ext>
            </a:extLst>
          </p:cNvPr>
          <p:cNvSpPr>
            <a:spLocks noGrp="1"/>
          </p:cNvSpPr>
          <p:nvPr/>
        </p:nvSpPr>
        <p:spPr>
          <a:xfrm>
            <a:off x="5505450" y="3086100"/>
            <a:ext cx="419100" cy="419100"/>
          </a:xfrm>
          <a:prstGeom prst="ellipse">
            <a:avLst/>
          </a:prstGeom>
          <a:solidFill>
            <a:srgbClr val="22C9C3"/>
          </a:solidFill>
          <a:ln w="0">
            <a:noFill/>
            <a:prstDash val="solid"/>
          </a:ln>
        </p:spPr>
      </p:sp>
      <p:sp>
        <p:nvSpPr>
          <p:cNvPr id="14" name="Rectángulo 13">
            <a:extLst>
              <a:ext uri="{FF2B5EF4-FFF2-40B4-BE49-F238E27FC236}">
                <a16:creationId xmlns:a16="http://schemas.microsoft.com/office/drawing/2014/main" id="{FF3E5362-9B55-47F0-8C4A-6D135CE2E2FD}"/>
              </a:ext>
            </a:extLst>
          </p:cNvPr>
          <p:cNvSpPr>
            <a:spLocks noGrp="1"/>
          </p:cNvSpPr>
          <p:nvPr/>
        </p:nvSpPr>
        <p:spPr>
          <a:xfrm>
            <a:off x="5572125" y="3152775"/>
            <a:ext cx="285750" cy="285750"/>
          </a:xfrm>
          <a:prstGeom prst="rect">
            <a:avLst/>
          </a:prstGeom>
          <a:noFill/>
          <a:ln w="0">
            <a:noFill/>
            <a:prstDash val="solid"/>
          </a:ln>
        </p:spPr>
        <p:txBody>
          <a:bodyPr anchor="ctr"/>
          <a:lstStyle/>
          <a:p>
            <a:pPr algn="ctr">
              <a:defRPr sz="1050" b="1">
                <a:solidFill>
                  <a:srgbClr val="0B1F3A"/>
                </a:solidFill>
              </a:defRPr>
            </a:pPr>
            <a:r>
              <a:rPr sz="1050" b="1">
                <a:solidFill>
                  <a:srgbClr val="0B1F3A"/>
                </a:solidFill>
              </a:rPr>
              <a:t>3</a:t>
            </a:r>
          </a:p>
        </p:txBody>
      </p:sp>
      <p:sp>
        <p:nvSpPr>
          <p:cNvPr id="15" name="Rectángulo 14">
            <a:extLst>
              <a:ext uri="{FF2B5EF4-FFF2-40B4-BE49-F238E27FC236}">
                <a16:creationId xmlns:a16="http://schemas.microsoft.com/office/drawing/2014/main" id="{0B0C5917-BEBD-4F59-8CBD-E58F5A9B5ADA}"/>
              </a:ext>
            </a:extLst>
          </p:cNvPr>
          <p:cNvSpPr>
            <a:spLocks noGrp="1"/>
          </p:cNvSpPr>
          <p:nvPr/>
        </p:nvSpPr>
        <p:spPr>
          <a:xfrm>
            <a:off x="5124450" y="3752850"/>
            <a:ext cx="1238250" cy="266700"/>
          </a:xfrm>
          <a:prstGeom prst="rect">
            <a:avLst/>
          </a:prstGeom>
          <a:noFill/>
          <a:ln w="0">
            <a:noFill/>
            <a:prstDash val="solid"/>
          </a:ln>
        </p:spPr>
        <p:txBody>
          <a:bodyPr anchor="ctr"/>
          <a:lstStyle/>
          <a:p>
            <a:pPr algn="ctr">
              <a:defRPr sz="1050" b="1">
                <a:solidFill>
                  <a:srgbClr val="FFFFFF"/>
                </a:solidFill>
              </a:defRPr>
            </a:pPr>
            <a:r>
              <a:rPr sz="1050" b="1">
                <a:solidFill>
                  <a:srgbClr val="FFFFFF"/>
                </a:solidFill>
              </a:rPr>
              <a:t>PRÁCTICA GUIADA</a:t>
            </a:r>
          </a:p>
        </p:txBody>
      </p:sp>
      <p:sp>
        <p:nvSpPr>
          <p:cNvPr id="16" name="Rectángulo 15">
            <a:extLst>
              <a:ext uri="{FF2B5EF4-FFF2-40B4-BE49-F238E27FC236}">
                <a16:creationId xmlns:a16="http://schemas.microsoft.com/office/drawing/2014/main" id="{87F1A865-7AC3-4B99-B67C-D7BEC37B775C}"/>
              </a:ext>
            </a:extLst>
          </p:cNvPr>
          <p:cNvSpPr>
            <a:spLocks noGrp="1"/>
          </p:cNvSpPr>
          <p:nvPr/>
        </p:nvSpPr>
        <p:spPr>
          <a:xfrm>
            <a:off x="5048250" y="4133850"/>
            <a:ext cx="1390650" cy="523875"/>
          </a:xfrm>
          <a:prstGeom prst="rect">
            <a:avLst/>
          </a:prstGeom>
          <a:noFill/>
          <a:ln w="0">
            <a:noFill/>
            <a:prstDash val="solid"/>
          </a:ln>
        </p:spPr>
        <p:txBody>
          <a:bodyPr anchor="ctr"/>
          <a:lstStyle/>
          <a:p>
            <a:pPr algn="ctr">
              <a:defRPr sz="1125" b="0">
                <a:solidFill>
                  <a:srgbClr val="BFD0DE"/>
                </a:solidFill>
              </a:defRPr>
            </a:pPr>
            <a:r>
              <a:rPr sz="1125" b="0">
                <a:solidFill>
                  <a:srgbClr val="BFD0DE"/>
                </a:solidFill>
              </a:rPr>
              <a:t>Paso a paso</a:t>
            </a:r>
          </a:p>
        </p:txBody>
      </p:sp>
      <p:sp>
        <p:nvSpPr>
          <p:cNvPr id="17" name="Elipse 16">
            <a:extLst>
              <a:ext uri="{FF2B5EF4-FFF2-40B4-BE49-F238E27FC236}">
                <a16:creationId xmlns:a16="http://schemas.microsoft.com/office/drawing/2014/main" id="{2224215A-39DA-464E-BB32-A5A32496391A}"/>
              </a:ext>
            </a:extLst>
          </p:cNvPr>
          <p:cNvSpPr>
            <a:spLocks noGrp="1"/>
          </p:cNvSpPr>
          <p:nvPr/>
        </p:nvSpPr>
        <p:spPr>
          <a:xfrm>
            <a:off x="7772400" y="3086100"/>
            <a:ext cx="419100" cy="419100"/>
          </a:xfrm>
          <a:prstGeom prst="ellipse">
            <a:avLst/>
          </a:prstGeom>
          <a:solidFill>
            <a:srgbClr val="22C9C3"/>
          </a:solidFill>
          <a:ln w="0">
            <a:noFill/>
            <a:prstDash val="solid"/>
          </a:ln>
        </p:spPr>
      </p:sp>
      <p:sp>
        <p:nvSpPr>
          <p:cNvPr id="18" name="Rectángulo 17">
            <a:extLst>
              <a:ext uri="{FF2B5EF4-FFF2-40B4-BE49-F238E27FC236}">
                <a16:creationId xmlns:a16="http://schemas.microsoft.com/office/drawing/2014/main" id="{7124DBDC-5F56-4C03-A30F-4472312BC679}"/>
              </a:ext>
            </a:extLst>
          </p:cNvPr>
          <p:cNvSpPr>
            <a:spLocks noGrp="1"/>
          </p:cNvSpPr>
          <p:nvPr/>
        </p:nvSpPr>
        <p:spPr>
          <a:xfrm>
            <a:off x="7839075" y="3152775"/>
            <a:ext cx="285750" cy="285750"/>
          </a:xfrm>
          <a:prstGeom prst="rect">
            <a:avLst/>
          </a:prstGeom>
          <a:noFill/>
          <a:ln w="0">
            <a:noFill/>
            <a:prstDash val="solid"/>
          </a:ln>
        </p:spPr>
        <p:txBody>
          <a:bodyPr anchor="ctr"/>
          <a:lstStyle/>
          <a:p>
            <a:pPr algn="ctr">
              <a:defRPr sz="1050" b="1">
                <a:solidFill>
                  <a:srgbClr val="0B1F3A"/>
                </a:solidFill>
              </a:defRPr>
            </a:pPr>
            <a:r>
              <a:rPr sz="1050" b="1">
                <a:solidFill>
                  <a:srgbClr val="0B1F3A"/>
                </a:solidFill>
              </a:rPr>
              <a:t>4</a:t>
            </a:r>
          </a:p>
        </p:txBody>
      </p:sp>
      <p:sp>
        <p:nvSpPr>
          <p:cNvPr id="19" name="Rectángulo 18">
            <a:extLst>
              <a:ext uri="{FF2B5EF4-FFF2-40B4-BE49-F238E27FC236}">
                <a16:creationId xmlns:a16="http://schemas.microsoft.com/office/drawing/2014/main" id="{6E232C76-6A7F-468F-8F62-A2F8DF24CA8D}"/>
              </a:ext>
            </a:extLst>
          </p:cNvPr>
          <p:cNvSpPr>
            <a:spLocks noGrp="1"/>
          </p:cNvSpPr>
          <p:nvPr/>
        </p:nvSpPr>
        <p:spPr>
          <a:xfrm>
            <a:off x="7391400" y="3752850"/>
            <a:ext cx="1238250" cy="266700"/>
          </a:xfrm>
          <a:prstGeom prst="rect">
            <a:avLst/>
          </a:prstGeom>
          <a:noFill/>
          <a:ln w="0">
            <a:noFill/>
            <a:prstDash val="solid"/>
          </a:ln>
        </p:spPr>
        <p:txBody>
          <a:bodyPr anchor="ctr"/>
          <a:lstStyle/>
          <a:p>
            <a:pPr algn="ctr">
              <a:defRPr sz="1050" b="1">
                <a:solidFill>
                  <a:srgbClr val="FFFFFF"/>
                </a:solidFill>
              </a:defRPr>
            </a:pPr>
            <a:r>
              <a:rPr sz="1050" b="1">
                <a:solidFill>
                  <a:srgbClr val="FFFFFF"/>
                </a:solidFill>
              </a:rPr>
              <a:t>ENCARGO</a:t>
            </a:r>
          </a:p>
        </p:txBody>
      </p:sp>
      <p:sp>
        <p:nvSpPr>
          <p:cNvPr id="20" name="Rectángulo 19">
            <a:extLst>
              <a:ext uri="{FF2B5EF4-FFF2-40B4-BE49-F238E27FC236}">
                <a16:creationId xmlns:a16="http://schemas.microsoft.com/office/drawing/2014/main" id="{A1D13CAD-2778-4F7D-83CE-6FC4D16CD257}"/>
              </a:ext>
            </a:extLst>
          </p:cNvPr>
          <p:cNvSpPr>
            <a:spLocks noGrp="1"/>
          </p:cNvSpPr>
          <p:nvPr/>
        </p:nvSpPr>
        <p:spPr>
          <a:xfrm>
            <a:off x="7315200" y="4133850"/>
            <a:ext cx="1390650" cy="523875"/>
          </a:xfrm>
          <a:prstGeom prst="rect">
            <a:avLst/>
          </a:prstGeom>
          <a:noFill/>
          <a:ln w="0">
            <a:noFill/>
            <a:prstDash val="solid"/>
          </a:ln>
        </p:spPr>
        <p:txBody>
          <a:bodyPr anchor="ctr"/>
          <a:lstStyle/>
          <a:p>
            <a:pPr algn="ctr">
              <a:defRPr sz="1125" b="0">
                <a:solidFill>
                  <a:srgbClr val="BFD0DE"/>
                </a:solidFill>
              </a:defRPr>
            </a:pPr>
            <a:r>
              <a:rPr sz="1125" b="0">
                <a:solidFill>
                  <a:srgbClr val="BFD0DE"/>
                </a:solidFill>
              </a:rPr>
              <a:t>Producto de empresa</a:t>
            </a:r>
          </a:p>
        </p:txBody>
      </p:sp>
      <p:sp>
        <p:nvSpPr>
          <p:cNvPr id="21" name="Elipse 20">
            <a:extLst>
              <a:ext uri="{FF2B5EF4-FFF2-40B4-BE49-F238E27FC236}">
                <a16:creationId xmlns:a16="http://schemas.microsoft.com/office/drawing/2014/main" id="{6D243D54-B7AB-4F0C-BEE0-4DD1637CA32D}"/>
              </a:ext>
            </a:extLst>
          </p:cNvPr>
          <p:cNvSpPr>
            <a:spLocks noGrp="1"/>
          </p:cNvSpPr>
          <p:nvPr/>
        </p:nvSpPr>
        <p:spPr>
          <a:xfrm>
            <a:off x="10039350" y="3086100"/>
            <a:ext cx="419100" cy="419100"/>
          </a:xfrm>
          <a:prstGeom prst="ellipse">
            <a:avLst/>
          </a:prstGeom>
          <a:solidFill>
            <a:srgbClr val="F6B94A"/>
          </a:solidFill>
          <a:ln w="0">
            <a:noFill/>
            <a:prstDash val="solid"/>
          </a:ln>
        </p:spPr>
      </p:sp>
      <p:sp>
        <p:nvSpPr>
          <p:cNvPr id="22" name="Rectángulo 21">
            <a:extLst>
              <a:ext uri="{FF2B5EF4-FFF2-40B4-BE49-F238E27FC236}">
                <a16:creationId xmlns:a16="http://schemas.microsoft.com/office/drawing/2014/main" id="{79B00BD3-A2A5-45A2-ABC6-805903965996}"/>
              </a:ext>
            </a:extLst>
          </p:cNvPr>
          <p:cNvSpPr>
            <a:spLocks noGrp="1"/>
          </p:cNvSpPr>
          <p:nvPr/>
        </p:nvSpPr>
        <p:spPr>
          <a:xfrm>
            <a:off x="10106025" y="3152775"/>
            <a:ext cx="285750" cy="285750"/>
          </a:xfrm>
          <a:prstGeom prst="rect">
            <a:avLst/>
          </a:prstGeom>
          <a:noFill/>
          <a:ln w="0">
            <a:noFill/>
            <a:prstDash val="solid"/>
          </a:ln>
        </p:spPr>
        <p:txBody>
          <a:bodyPr anchor="ctr"/>
          <a:lstStyle/>
          <a:p>
            <a:pPr algn="ctr">
              <a:defRPr sz="1050" b="1">
                <a:solidFill>
                  <a:srgbClr val="0B1F3A"/>
                </a:solidFill>
              </a:defRPr>
            </a:pPr>
            <a:r>
              <a:rPr sz="1050" b="1">
                <a:solidFill>
                  <a:srgbClr val="0B1F3A"/>
                </a:solidFill>
              </a:rPr>
              <a:t>5</a:t>
            </a:r>
          </a:p>
        </p:txBody>
      </p:sp>
      <p:sp>
        <p:nvSpPr>
          <p:cNvPr id="23" name="Rectángulo 22">
            <a:extLst>
              <a:ext uri="{FF2B5EF4-FFF2-40B4-BE49-F238E27FC236}">
                <a16:creationId xmlns:a16="http://schemas.microsoft.com/office/drawing/2014/main" id="{CD6F6178-287C-445D-A6D8-144FF28B9878}"/>
              </a:ext>
            </a:extLst>
          </p:cNvPr>
          <p:cNvSpPr>
            <a:spLocks noGrp="1"/>
          </p:cNvSpPr>
          <p:nvPr/>
        </p:nvSpPr>
        <p:spPr>
          <a:xfrm>
            <a:off x="9658350" y="3752850"/>
            <a:ext cx="1238250" cy="266700"/>
          </a:xfrm>
          <a:prstGeom prst="rect">
            <a:avLst/>
          </a:prstGeom>
          <a:noFill/>
          <a:ln w="0">
            <a:noFill/>
            <a:prstDash val="solid"/>
          </a:ln>
        </p:spPr>
        <p:txBody>
          <a:bodyPr anchor="ctr"/>
          <a:lstStyle/>
          <a:p>
            <a:pPr algn="ctr">
              <a:defRPr sz="1050" b="1">
                <a:solidFill>
                  <a:srgbClr val="FFFFFF"/>
                </a:solidFill>
              </a:defRPr>
            </a:pPr>
            <a:r>
              <a:rPr sz="1050" b="1">
                <a:solidFill>
                  <a:srgbClr val="FFFFFF"/>
                </a:solidFill>
              </a:rPr>
              <a:t>REVISIÓN</a:t>
            </a:r>
          </a:p>
        </p:txBody>
      </p:sp>
      <p:sp>
        <p:nvSpPr>
          <p:cNvPr id="24" name="Rectángulo 23">
            <a:extLst>
              <a:ext uri="{FF2B5EF4-FFF2-40B4-BE49-F238E27FC236}">
                <a16:creationId xmlns:a16="http://schemas.microsoft.com/office/drawing/2014/main" id="{D0B305C7-3C15-42A5-BD9A-5935048E2706}"/>
              </a:ext>
            </a:extLst>
          </p:cNvPr>
          <p:cNvSpPr>
            <a:spLocks noGrp="1"/>
          </p:cNvSpPr>
          <p:nvPr/>
        </p:nvSpPr>
        <p:spPr>
          <a:xfrm>
            <a:off x="9582150" y="4133850"/>
            <a:ext cx="1390650" cy="523875"/>
          </a:xfrm>
          <a:prstGeom prst="rect">
            <a:avLst/>
          </a:prstGeom>
          <a:noFill/>
          <a:ln w="0">
            <a:noFill/>
            <a:prstDash val="solid"/>
          </a:ln>
        </p:spPr>
        <p:txBody>
          <a:bodyPr anchor="ctr"/>
          <a:lstStyle/>
          <a:p>
            <a:pPr algn="ctr">
              <a:defRPr sz="1125" b="0">
                <a:solidFill>
                  <a:srgbClr val="BFD0DE"/>
                </a:solidFill>
              </a:defRPr>
            </a:pPr>
            <a:r>
              <a:rPr sz="1125" b="0">
                <a:solidFill>
                  <a:srgbClr val="BFD0DE"/>
                </a:solidFill>
              </a:rPr>
              <a:t>Feedback y mejora</a:t>
            </a:r>
          </a:p>
        </p:txBody>
      </p:sp>
      <p:sp>
        <p:nvSpPr>
          <p:cNvPr id="25" name="Rectángulo 24">
            <a:extLst>
              <a:ext uri="{FF2B5EF4-FFF2-40B4-BE49-F238E27FC236}">
                <a16:creationId xmlns:a16="http://schemas.microsoft.com/office/drawing/2014/main" id="{7CDA0989-199A-433A-8D5F-1ADFD7617A90}"/>
              </a:ext>
            </a:extLst>
          </p:cNvPr>
          <p:cNvSpPr>
            <a:spLocks noGrp="1"/>
          </p:cNvSpPr>
          <p:nvPr/>
        </p:nvSpPr>
        <p:spPr>
          <a:xfrm>
            <a:off x="1714500" y="5257800"/>
            <a:ext cx="8763000" cy="476250"/>
          </a:xfrm>
          <a:prstGeom prst="rect">
            <a:avLst/>
          </a:prstGeom>
          <a:noFill/>
          <a:ln w="0">
            <a:noFill/>
            <a:prstDash val="solid"/>
          </a:ln>
        </p:spPr>
        <p:txBody>
          <a:bodyPr anchor="ctr"/>
          <a:lstStyle/>
          <a:p>
            <a:pPr algn="ctr">
              <a:defRPr sz="1575" b="1">
                <a:solidFill>
                  <a:srgbClr val="F6B94A"/>
                </a:solidFill>
              </a:defRPr>
            </a:pPr>
            <a:r>
              <a:rPr sz="1575" b="1">
                <a:solidFill>
                  <a:srgbClr val="F6B94A"/>
                </a:solidFill>
              </a:rPr>
              <a:t>Siempre habrá un ejemplo terminado de la empresa ficticia para comparar, revisar y aprender.</a:t>
            </a:r>
          </a:p>
        </p:txBody>
      </p:sp>
      <p:sp>
        <p:nvSpPr>
          <p:cNvPr id="26" name="Rectángulo 25">
            <a:extLst>
              <a:ext uri="{FF2B5EF4-FFF2-40B4-BE49-F238E27FC236}">
                <a16:creationId xmlns:a16="http://schemas.microsoft.com/office/drawing/2014/main" id="{2B8C43F9-6A80-4D24-B23B-0AE6BBEC51B5}"/>
              </a:ext>
            </a:extLst>
          </p:cNvPr>
          <p:cNvSpPr>
            <a:spLocks noGrp="1"/>
          </p:cNvSpPr>
          <p:nvPr/>
        </p:nvSpPr>
        <p:spPr>
          <a:xfrm>
            <a:off x="609600" y="6457950"/>
            <a:ext cx="4000500" cy="171450"/>
          </a:xfrm>
          <a:prstGeom prst="rect">
            <a:avLst/>
          </a:prstGeom>
          <a:noFill/>
          <a:ln w="0">
            <a:noFill/>
            <a:prstDash val="solid"/>
          </a:ln>
        </p:spPr>
        <p:txBody>
          <a:bodyPr anchor="ctr"/>
          <a:lstStyle/>
          <a:p>
            <a:pPr algn="l">
              <a:defRPr sz="825" b="1">
                <a:solidFill>
                  <a:srgbClr val="B9CBDA"/>
                </a:solidFill>
              </a:defRPr>
            </a:pPr>
            <a:r>
              <a:rPr sz="825" b="1">
                <a:solidFill>
                  <a:srgbClr val="B9CBDA"/>
                </a:solidFill>
              </a:rPr>
              <a:t>APLICACIONES OFIMÁTICAS · 1º SMX</a:t>
            </a:r>
          </a:p>
        </p:txBody>
      </p:sp>
      <p:sp>
        <p:nvSpPr>
          <p:cNvPr id="27" name="Rectángulo 26">
            <a:extLst>
              <a:ext uri="{FF2B5EF4-FFF2-40B4-BE49-F238E27FC236}">
                <a16:creationId xmlns:a16="http://schemas.microsoft.com/office/drawing/2014/main" id="{E8F0EE7D-83B8-432C-9F56-7B30CC303F09}"/>
              </a:ext>
            </a:extLst>
          </p:cNvPr>
          <p:cNvSpPr>
            <a:spLocks noGrp="1"/>
          </p:cNvSpPr>
          <p:nvPr/>
        </p:nvSpPr>
        <p:spPr>
          <a:xfrm>
            <a:off x="10934700" y="6438900"/>
            <a:ext cx="647700" cy="190500"/>
          </a:xfrm>
          <a:prstGeom prst="rect">
            <a:avLst/>
          </a:prstGeom>
          <a:noFill/>
          <a:ln w="0">
            <a:noFill/>
            <a:prstDash val="solid"/>
          </a:ln>
        </p:spPr>
        <p:txBody>
          <a:bodyPr anchor="ctr"/>
          <a:lstStyle/>
          <a:p>
            <a:pPr algn="r">
              <a:defRPr sz="825" b="1">
                <a:solidFill>
                  <a:srgbClr val="FFFFFF"/>
                </a:solidFill>
              </a:defRPr>
            </a:pPr>
            <a:r>
              <a:rPr sz="825" b="1">
                <a:solidFill>
                  <a:srgbClr val="FFFFFF"/>
                </a:solidFill>
              </a:rPr>
              <a:t>04</a:t>
            </a:r>
          </a:p>
        </p:txBody>
      </p:sp>
    </p:spTree>
    <p:extLst>
      <p:ext uri="{BB962C8B-B14F-4D97-AF65-F5344CB8AC3E}">
        <p14:creationId xmlns:p14="http://schemas.microsoft.com/office/powerpoint/2010/main" val="12996257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41" name="Rectángulo 40">
            <a:extLst>
              <a:ext uri="{FF2B5EF4-FFF2-40B4-BE49-F238E27FC236}">
                <a16:creationId xmlns:a16="http://schemas.microsoft.com/office/drawing/2014/main" id="{28E1CC79-91B2-464F-AE43-1CA85290C185}"/>
              </a:ext>
            </a:extLst>
          </p:cNvPr>
          <p:cNvSpPr>
            <a:spLocks noGrp="1"/>
          </p:cNvSpPr>
          <p:nvPr/>
        </p:nvSpPr>
        <p:spPr>
          <a:xfrm>
            <a:off x="609600" y="400050"/>
            <a:ext cx="5143500" cy="247650"/>
          </a:xfrm>
          <a:prstGeom prst="rect">
            <a:avLst/>
          </a:prstGeom>
          <a:noFill/>
          <a:ln w="0">
            <a:noFill/>
            <a:prstDash val="solid"/>
          </a:ln>
        </p:spPr>
        <p:txBody>
          <a:bodyPr anchor="ctr"/>
          <a:lstStyle/>
          <a:p>
            <a:pPr algn="l">
              <a:defRPr sz="975" b="1">
                <a:solidFill>
                  <a:srgbClr val="60758A"/>
                </a:solidFill>
              </a:defRPr>
            </a:pPr>
            <a:r>
              <a:rPr sz="975" b="1">
                <a:solidFill>
                  <a:srgbClr val="60758A"/>
                </a:solidFill>
              </a:rPr>
              <a:t>DOS CAMINOS, LA MISMA COMPETENCIA</a:t>
            </a:r>
          </a:p>
        </p:txBody>
      </p:sp>
      <p:sp>
        <p:nvSpPr>
          <p:cNvPr id="2" name="Rectángulo 1">
            <a:extLst>
              <a:ext uri="{FF2B5EF4-FFF2-40B4-BE49-F238E27FC236}">
                <a16:creationId xmlns:a16="http://schemas.microsoft.com/office/drawing/2014/main" id="{ED722256-2D0C-49C8-BB17-79256CE10348}"/>
              </a:ext>
            </a:extLst>
          </p:cNvPr>
          <p:cNvSpPr>
            <a:spLocks noGrp="1"/>
          </p:cNvSpPr>
          <p:nvPr/>
        </p:nvSpPr>
        <p:spPr>
          <a:xfrm>
            <a:off x="609600" y="685800"/>
            <a:ext cx="10858500" cy="666750"/>
          </a:xfrm>
          <a:prstGeom prst="rect">
            <a:avLst/>
          </a:prstGeom>
          <a:noFill/>
          <a:ln w="0">
            <a:noFill/>
            <a:prstDash val="solid"/>
          </a:ln>
        </p:spPr>
        <p:txBody>
          <a:bodyPr anchor="ctr"/>
          <a:lstStyle/>
          <a:p>
            <a:pPr algn="l">
              <a:defRPr sz="2850" b="1">
                <a:solidFill>
                  <a:srgbClr val="0B1F3A"/>
                </a:solidFill>
              </a:defRPr>
            </a:pPr>
            <a:r>
              <a:rPr sz="2850" b="1">
                <a:solidFill>
                  <a:srgbClr val="0B1F3A"/>
                </a:solidFill>
              </a:rPr>
              <a:t>Podrás trabajar con software libre o comercial.</a:t>
            </a:r>
          </a:p>
        </p:txBody>
      </p:sp>
      <p:sp>
        <p:nvSpPr>
          <p:cNvPr id="3" name="Rectángulo 2">
            <a:extLst>
              <a:ext uri="{FF2B5EF4-FFF2-40B4-BE49-F238E27FC236}">
                <a16:creationId xmlns:a16="http://schemas.microsoft.com/office/drawing/2014/main" id="{AE988001-BE32-49C7-9F6E-135C184114D3}"/>
              </a:ext>
            </a:extLst>
          </p:cNvPr>
          <p:cNvSpPr>
            <a:spLocks noGrp="1"/>
          </p:cNvSpPr>
          <p:nvPr/>
        </p:nvSpPr>
        <p:spPr>
          <a:xfrm>
            <a:off x="609600" y="1428750"/>
            <a:ext cx="10972800" cy="19050"/>
          </a:xfrm>
          <a:prstGeom prst="rect">
            <a:avLst/>
          </a:prstGeom>
          <a:solidFill>
            <a:srgbClr val="EAF1F6"/>
          </a:solidFill>
          <a:ln w="0">
            <a:noFill/>
            <a:prstDash val="solid"/>
          </a:ln>
        </p:spPr>
      </p:sp>
      <p:sp>
        <p:nvSpPr>
          <p:cNvPr id="4" name="Rectángulo: esquinas redondeadas 3">
            <a:extLst>
              <a:ext uri="{FF2B5EF4-FFF2-40B4-BE49-F238E27FC236}">
                <a16:creationId xmlns:a16="http://schemas.microsoft.com/office/drawing/2014/main" id="{E0F6B89F-E3D5-4095-979A-E79F27428AA1}"/>
              </a:ext>
            </a:extLst>
          </p:cNvPr>
          <p:cNvSpPr>
            <a:spLocks noGrp="1"/>
          </p:cNvSpPr>
          <p:nvPr/>
        </p:nvSpPr>
        <p:spPr>
          <a:xfrm>
            <a:off x="609600" y="1809750"/>
            <a:ext cx="5048250" cy="3771900"/>
          </a:xfrm>
          <a:prstGeom prst="roundRect">
            <a:avLst>
              <a:gd name="adj" fmla="val 4040"/>
            </a:avLst>
          </a:prstGeom>
          <a:solidFill>
            <a:srgbClr val="FFFFFF"/>
          </a:solidFill>
          <a:ln w="19050">
            <a:solidFill>
              <a:srgbClr val="EAF1F6"/>
            </a:solidFill>
            <a:prstDash val="solid"/>
          </a:ln>
        </p:spPr>
      </p:sp>
      <p:sp>
        <p:nvSpPr>
          <p:cNvPr id="5" name="Rectángulo: esquinas redondeadas 4">
            <a:extLst>
              <a:ext uri="{FF2B5EF4-FFF2-40B4-BE49-F238E27FC236}">
                <a16:creationId xmlns:a16="http://schemas.microsoft.com/office/drawing/2014/main" id="{2ADC572C-FC36-4F65-AE98-9B1426FF5A91}"/>
              </a:ext>
            </a:extLst>
          </p:cNvPr>
          <p:cNvSpPr>
            <a:spLocks noGrp="1"/>
          </p:cNvSpPr>
          <p:nvPr/>
        </p:nvSpPr>
        <p:spPr>
          <a:xfrm>
            <a:off x="6534150" y="1809750"/>
            <a:ext cx="5048250" cy="3771900"/>
          </a:xfrm>
          <a:prstGeom prst="roundRect">
            <a:avLst>
              <a:gd name="adj" fmla="val 4040"/>
            </a:avLst>
          </a:prstGeom>
          <a:solidFill>
            <a:srgbClr val="FFFFFF"/>
          </a:solidFill>
          <a:ln w="19050">
            <a:solidFill>
              <a:srgbClr val="EAF1F6"/>
            </a:solidFill>
            <a:prstDash val="solid"/>
          </a:ln>
        </p:spPr>
      </p:sp>
      <p:sp>
        <p:nvSpPr>
          <p:cNvPr id="6" name="Rectángulo 5">
            <a:extLst>
              <a:ext uri="{FF2B5EF4-FFF2-40B4-BE49-F238E27FC236}">
                <a16:creationId xmlns:a16="http://schemas.microsoft.com/office/drawing/2014/main" id="{5ED1FBAE-824A-4159-87BB-A0DC952E840A}"/>
              </a:ext>
            </a:extLst>
          </p:cNvPr>
          <p:cNvSpPr>
            <a:spLocks noGrp="1"/>
          </p:cNvSpPr>
          <p:nvPr/>
        </p:nvSpPr>
        <p:spPr>
          <a:xfrm>
            <a:off x="895350" y="2095500"/>
            <a:ext cx="2381250" cy="304800"/>
          </a:xfrm>
          <a:prstGeom prst="rect">
            <a:avLst/>
          </a:prstGeom>
          <a:noFill/>
          <a:ln w="0">
            <a:noFill/>
            <a:prstDash val="solid"/>
          </a:ln>
        </p:spPr>
        <p:txBody>
          <a:bodyPr anchor="ctr"/>
          <a:lstStyle/>
          <a:p>
            <a:pPr algn="l">
              <a:defRPr sz="1275" b="1">
                <a:solidFill>
                  <a:srgbClr val="22C9C3"/>
                </a:solidFill>
              </a:defRPr>
            </a:pPr>
            <a:r>
              <a:rPr sz="1275" b="1">
                <a:solidFill>
                  <a:srgbClr val="22C9C3"/>
                </a:solidFill>
              </a:rPr>
              <a:t>OPCIÓN LIBRE</a:t>
            </a:r>
          </a:p>
        </p:txBody>
      </p:sp>
      <p:sp>
        <p:nvSpPr>
          <p:cNvPr id="7" name="Rectángulo 6">
            <a:extLst>
              <a:ext uri="{FF2B5EF4-FFF2-40B4-BE49-F238E27FC236}">
                <a16:creationId xmlns:a16="http://schemas.microsoft.com/office/drawing/2014/main" id="{D88B0E1A-CF2B-481A-962C-036B5078643E}"/>
              </a:ext>
            </a:extLst>
          </p:cNvPr>
          <p:cNvSpPr>
            <a:spLocks noGrp="1"/>
          </p:cNvSpPr>
          <p:nvPr/>
        </p:nvSpPr>
        <p:spPr>
          <a:xfrm>
            <a:off x="6819900" y="2095500"/>
            <a:ext cx="2857500" cy="304800"/>
          </a:xfrm>
          <a:prstGeom prst="rect">
            <a:avLst/>
          </a:prstGeom>
          <a:noFill/>
          <a:ln w="0">
            <a:noFill/>
            <a:prstDash val="solid"/>
          </a:ln>
        </p:spPr>
        <p:txBody>
          <a:bodyPr anchor="ctr"/>
          <a:lstStyle/>
          <a:p>
            <a:pPr algn="l">
              <a:defRPr sz="1275" b="1">
                <a:solidFill>
                  <a:srgbClr val="F26B4E"/>
                </a:solidFill>
              </a:defRPr>
            </a:pPr>
            <a:r>
              <a:rPr sz="1275" b="1">
                <a:solidFill>
                  <a:srgbClr val="F26B4E"/>
                </a:solidFill>
              </a:rPr>
              <a:t>OPCIÓN COMERCIAL</a:t>
            </a:r>
          </a:p>
        </p:txBody>
      </p:sp>
      <p:sp>
        <p:nvSpPr>
          <p:cNvPr id="8" name="Rectángulo 7">
            <a:extLst>
              <a:ext uri="{FF2B5EF4-FFF2-40B4-BE49-F238E27FC236}">
                <a16:creationId xmlns:a16="http://schemas.microsoft.com/office/drawing/2014/main" id="{56492780-B828-4A88-9895-4EDC35B82FD1}"/>
              </a:ext>
            </a:extLst>
          </p:cNvPr>
          <p:cNvSpPr>
            <a:spLocks noGrp="1"/>
          </p:cNvSpPr>
          <p:nvPr/>
        </p:nvSpPr>
        <p:spPr>
          <a:xfrm>
            <a:off x="895350" y="2667000"/>
            <a:ext cx="76200" cy="323850"/>
          </a:xfrm>
          <a:prstGeom prst="rect">
            <a:avLst/>
          </a:prstGeom>
          <a:solidFill>
            <a:srgbClr val="22C9C3"/>
          </a:solidFill>
          <a:ln w="0">
            <a:noFill/>
            <a:prstDash val="solid"/>
          </a:ln>
        </p:spPr>
      </p:sp>
      <p:sp>
        <p:nvSpPr>
          <p:cNvPr id="9" name="Rectángulo 8">
            <a:extLst>
              <a:ext uri="{FF2B5EF4-FFF2-40B4-BE49-F238E27FC236}">
                <a16:creationId xmlns:a16="http://schemas.microsoft.com/office/drawing/2014/main" id="{BD1CFD16-F6E2-4F54-A1DD-842B47B8F03A}"/>
              </a:ext>
            </a:extLst>
          </p:cNvPr>
          <p:cNvSpPr>
            <a:spLocks noGrp="1"/>
          </p:cNvSpPr>
          <p:nvPr/>
        </p:nvSpPr>
        <p:spPr>
          <a:xfrm>
            <a:off x="1123950" y="2647950"/>
            <a:ext cx="1619250" cy="361950"/>
          </a:xfrm>
          <a:prstGeom prst="rect">
            <a:avLst/>
          </a:prstGeom>
          <a:noFill/>
          <a:ln w="0">
            <a:noFill/>
            <a:prstDash val="solid"/>
          </a:ln>
        </p:spPr>
        <p:txBody>
          <a:bodyPr anchor="ctr"/>
          <a:lstStyle/>
          <a:p>
            <a:pPr algn="l">
              <a:defRPr sz="1425" b="1">
                <a:solidFill>
                  <a:srgbClr val="10243E"/>
                </a:solidFill>
              </a:defRPr>
            </a:pPr>
            <a:r>
              <a:rPr sz="1425" b="1">
                <a:solidFill>
                  <a:srgbClr val="10243E"/>
                </a:solidFill>
              </a:rPr>
              <a:t>Writer</a:t>
            </a:r>
          </a:p>
        </p:txBody>
      </p:sp>
      <p:sp>
        <p:nvSpPr>
          <p:cNvPr id="10" name="Rectángulo 9">
            <a:extLst>
              <a:ext uri="{FF2B5EF4-FFF2-40B4-BE49-F238E27FC236}">
                <a16:creationId xmlns:a16="http://schemas.microsoft.com/office/drawing/2014/main" id="{6A5183B7-24DA-4240-9BAA-F0CAA675EA98}"/>
              </a:ext>
            </a:extLst>
          </p:cNvPr>
          <p:cNvSpPr>
            <a:spLocks noGrp="1"/>
          </p:cNvSpPr>
          <p:nvPr/>
        </p:nvSpPr>
        <p:spPr>
          <a:xfrm>
            <a:off x="2933700" y="2647950"/>
            <a:ext cx="2190750" cy="361950"/>
          </a:xfrm>
          <a:prstGeom prst="rect">
            <a:avLst/>
          </a:prstGeom>
          <a:noFill/>
          <a:ln w="0">
            <a:noFill/>
            <a:prstDash val="solid"/>
          </a:ln>
        </p:spPr>
        <p:txBody>
          <a:bodyPr anchor="ctr"/>
          <a:lstStyle/>
          <a:p>
            <a:pPr algn="r">
              <a:defRPr sz="1200" b="0">
                <a:solidFill>
                  <a:srgbClr val="60758A"/>
                </a:solidFill>
              </a:defRPr>
            </a:pPr>
            <a:r>
              <a:rPr sz="1200" b="0">
                <a:solidFill>
                  <a:srgbClr val="60758A"/>
                </a:solidFill>
              </a:rPr>
              <a:t>Documentos</a:t>
            </a:r>
          </a:p>
        </p:txBody>
      </p:sp>
      <p:sp>
        <p:nvSpPr>
          <p:cNvPr id="11" name="Rectángulo 10">
            <a:extLst>
              <a:ext uri="{FF2B5EF4-FFF2-40B4-BE49-F238E27FC236}">
                <a16:creationId xmlns:a16="http://schemas.microsoft.com/office/drawing/2014/main" id="{BD8FB0FE-EC3F-4467-AA84-412075D5A07B}"/>
              </a:ext>
            </a:extLst>
          </p:cNvPr>
          <p:cNvSpPr>
            <a:spLocks noGrp="1"/>
          </p:cNvSpPr>
          <p:nvPr/>
        </p:nvSpPr>
        <p:spPr>
          <a:xfrm>
            <a:off x="895350" y="3181350"/>
            <a:ext cx="76200" cy="323850"/>
          </a:xfrm>
          <a:prstGeom prst="rect">
            <a:avLst/>
          </a:prstGeom>
          <a:solidFill>
            <a:srgbClr val="22C9C3"/>
          </a:solidFill>
          <a:ln w="0">
            <a:noFill/>
            <a:prstDash val="solid"/>
          </a:ln>
        </p:spPr>
      </p:sp>
      <p:sp>
        <p:nvSpPr>
          <p:cNvPr id="12" name="Rectángulo 11">
            <a:extLst>
              <a:ext uri="{FF2B5EF4-FFF2-40B4-BE49-F238E27FC236}">
                <a16:creationId xmlns:a16="http://schemas.microsoft.com/office/drawing/2014/main" id="{D0AE0368-3956-4008-9826-F24E27C5A2A3}"/>
              </a:ext>
            </a:extLst>
          </p:cNvPr>
          <p:cNvSpPr>
            <a:spLocks noGrp="1"/>
          </p:cNvSpPr>
          <p:nvPr/>
        </p:nvSpPr>
        <p:spPr>
          <a:xfrm>
            <a:off x="1123950" y="3162300"/>
            <a:ext cx="1619250" cy="361950"/>
          </a:xfrm>
          <a:prstGeom prst="rect">
            <a:avLst/>
          </a:prstGeom>
          <a:noFill/>
          <a:ln w="0">
            <a:noFill/>
            <a:prstDash val="solid"/>
          </a:ln>
        </p:spPr>
        <p:txBody>
          <a:bodyPr anchor="ctr"/>
          <a:lstStyle/>
          <a:p>
            <a:pPr algn="l">
              <a:defRPr sz="1425" b="1">
                <a:solidFill>
                  <a:srgbClr val="10243E"/>
                </a:solidFill>
              </a:defRPr>
            </a:pPr>
            <a:r>
              <a:rPr sz="1425" b="1">
                <a:solidFill>
                  <a:srgbClr val="10243E"/>
                </a:solidFill>
              </a:rPr>
              <a:t>Calc</a:t>
            </a:r>
          </a:p>
        </p:txBody>
      </p:sp>
      <p:sp>
        <p:nvSpPr>
          <p:cNvPr id="13" name="Rectángulo 12">
            <a:extLst>
              <a:ext uri="{FF2B5EF4-FFF2-40B4-BE49-F238E27FC236}">
                <a16:creationId xmlns:a16="http://schemas.microsoft.com/office/drawing/2014/main" id="{6D953B46-854E-47AB-AED5-A21011504732}"/>
              </a:ext>
            </a:extLst>
          </p:cNvPr>
          <p:cNvSpPr>
            <a:spLocks noGrp="1"/>
          </p:cNvSpPr>
          <p:nvPr/>
        </p:nvSpPr>
        <p:spPr>
          <a:xfrm>
            <a:off x="2933700" y="3162300"/>
            <a:ext cx="2190750" cy="361950"/>
          </a:xfrm>
          <a:prstGeom prst="rect">
            <a:avLst/>
          </a:prstGeom>
          <a:noFill/>
          <a:ln w="0">
            <a:noFill/>
            <a:prstDash val="solid"/>
          </a:ln>
        </p:spPr>
        <p:txBody>
          <a:bodyPr anchor="ctr"/>
          <a:lstStyle/>
          <a:p>
            <a:pPr algn="r">
              <a:defRPr sz="1200" b="0">
                <a:solidFill>
                  <a:srgbClr val="60758A"/>
                </a:solidFill>
              </a:defRPr>
            </a:pPr>
            <a:r>
              <a:rPr sz="1200" b="0">
                <a:solidFill>
                  <a:srgbClr val="60758A"/>
                </a:solidFill>
              </a:rPr>
              <a:t>Cálculo</a:t>
            </a:r>
          </a:p>
        </p:txBody>
      </p:sp>
      <p:sp>
        <p:nvSpPr>
          <p:cNvPr id="14" name="Rectángulo 13">
            <a:extLst>
              <a:ext uri="{FF2B5EF4-FFF2-40B4-BE49-F238E27FC236}">
                <a16:creationId xmlns:a16="http://schemas.microsoft.com/office/drawing/2014/main" id="{7D12F994-9EAB-4502-8E15-3ADEFCA68A93}"/>
              </a:ext>
            </a:extLst>
          </p:cNvPr>
          <p:cNvSpPr>
            <a:spLocks noGrp="1"/>
          </p:cNvSpPr>
          <p:nvPr/>
        </p:nvSpPr>
        <p:spPr>
          <a:xfrm>
            <a:off x="895350" y="3695700"/>
            <a:ext cx="76200" cy="323850"/>
          </a:xfrm>
          <a:prstGeom prst="rect">
            <a:avLst/>
          </a:prstGeom>
          <a:solidFill>
            <a:srgbClr val="22C9C3"/>
          </a:solidFill>
          <a:ln w="0">
            <a:noFill/>
            <a:prstDash val="solid"/>
          </a:ln>
        </p:spPr>
      </p:sp>
      <p:sp>
        <p:nvSpPr>
          <p:cNvPr id="15" name="Rectángulo 14">
            <a:extLst>
              <a:ext uri="{FF2B5EF4-FFF2-40B4-BE49-F238E27FC236}">
                <a16:creationId xmlns:a16="http://schemas.microsoft.com/office/drawing/2014/main" id="{9EE1A27C-606C-43A5-804A-F1524B62F477}"/>
              </a:ext>
            </a:extLst>
          </p:cNvPr>
          <p:cNvSpPr>
            <a:spLocks noGrp="1"/>
          </p:cNvSpPr>
          <p:nvPr/>
        </p:nvSpPr>
        <p:spPr>
          <a:xfrm>
            <a:off x="1123950" y="3676650"/>
            <a:ext cx="1619250" cy="361950"/>
          </a:xfrm>
          <a:prstGeom prst="rect">
            <a:avLst/>
          </a:prstGeom>
          <a:noFill/>
          <a:ln w="0">
            <a:noFill/>
            <a:prstDash val="solid"/>
          </a:ln>
        </p:spPr>
        <p:txBody>
          <a:bodyPr anchor="ctr"/>
          <a:lstStyle/>
          <a:p>
            <a:pPr algn="l">
              <a:defRPr sz="1425" b="1">
                <a:solidFill>
                  <a:srgbClr val="10243E"/>
                </a:solidFill>
              </a:defRPr>
            </a:pPr>
            <a:r>
              <a:rPr sz="1425" b="1">
                <a:solidFill>
                  <a:srgbClr val="10243E"/>
                </a:solidFill>
              </a:rPr>
              <a:t>Base</a:t>
            </a:r>
          </a:p>
        </p:txBody>
      </p:sp>
      <p:sp>
        <p:nvSpPr>
          <p:cNvPr id="16" name="Rectángulo 15">
            <a:extLst>
              <a:ext uri="{FF2B5EF4-FFF2-40B4-BE49-F238E27FC236}">
                <a16:creationId xmlns:a16="http://schemas.microsoft.com/office/drawing/2014/main" id="{A3AA5F74-FCB8-4E77-A544-7DF66AAEE548}"/>
              </a:ext>
            </a:extLst>
          </p:cNvPr>
          <p:cNvSpPr>
            <a:spLocks noGrp="1"/>
          </p:cNvSpPr>
          <p:nvPr/>
        </p:nvSpPr>
        <p:spPr>
          <a:xfrm>
            <a:off x="2933700" y="3676650"/>
            <a:ext cx="2190750" cy="361950"/>
          </a:xfrm>
          <a:prstGeom prst="rect">
            <a:avLst/>
          </a:prstGeom>
          <a:noFill/>
          <a:ln w="0">
            <a:noFill/>
            <a:prstDash val="solid"/>
          </a:ln>
        </p:spPr>
        <p:txBody>
          <a:bodyPr anchor="ctr"/>
          <a:lstStyle/>
          <a:p>
            <a:pPr algn="r">
              <a:defRPr sz="1200" b="0">
                <a:solidFill>
                  <a:srgbClr val="60758A"/>
                </a:solidFill>
              </a:defRPr>
            </a:pPr>
            <a:r>
              <a:rPr sz="1200" b="0">
                <a:solidFill>
                  <a:srgbClr val="60758A"/>
                </a:solidFill>
              </a:rPr>
              <a:t>Datos</a:t>
            </a:r>
          </a:p>
        </p:txBody>
      </p:sp>
      <p:sp>
        <p:nvSpPr>
          <p:cNvPr id="17" name="Rectángulo 16">
            <a:extLst>
              <a:ext uri="{FF2B5EF4-FFF2-40B4-BE49-F238E27FC236}">
                <a16:creationId xmlns:a16="http://schemas.microsoft.com/office/drawing/2014/main" id="{6BA3C44C-40F4-4B50-8A22-DF7E2D81AF0D}"/>
              </a:ext>
            </a:extLst>
          </p:cNvPr>
          <p:cNvSpPr>
            <a:spLocks noGrp="1"/>
          </p:cNvSpPr>
          <p:nvPr/>
        </p:nvSpPr>
        <p:spPr>
          <a:xfrm>
            <a:off x="895350" y="4210050"/>
            <a:ext cx="76200" cy="323850"/>
          </a:xfrm>
          <a:prstGeom prst="rect">
            <a:avLst/>
          </a:prstGeom>
          <a:solidFill>
            <a:srgbClr val="22C9C3"/>
          </a:solidFill>
          <a:ln w="0">
            <a:noFill/>
            <a:prstDash val="solid"/>
          </a:ln>
        </p:spPr>
      </p:sp>
      <p:sp>
        <p:nvSpPr>
          <p:cNvPr id="18" name="Rectángulo 17">
            <a:extLst>
              <a:ext uri="{FF2B5EF4-FFF2-40B4-BE49-F238E27FC236}">
                <a16:creationId xmlns:a16="http://schemas.microsoft.com/office/drawing/2014/main" id="{8FA12D21-579C-4110-8F56-E1ECA4F86FE1}"/>
              </a:ext>
            </a:extLst>
          </p:cNvPr>
          <p:cNvSpPr>
            <a:spLocks noGrp="1"/>
          </p:cNvSpPr>
          <p:nvPr/>
        </p:nvSpPr>
        <p:spPr>
          <a:xfrm>
            <a:off x="1123950" y="4191000"/>
            <a:ext cx="1619250" cy="361950"/>
          </a:xfrm>
          <a:prstGeom prst="rect">
            <a:avLst/>
          </a:prstGeom>
          <a:noFill/>
          <a:ln w="0">
            <a:noFill/>
            <a:prstDash val="solid"/>
          </a:ln>
        </p:spPr>
        <p:txBody>
          <a:bodyPr anchor="ctr"/>
          <a:lstStyle/>
          <a:p>
            <a:pPr algn="l">
              <a:defRPr sz="1425" b="1">
                <a:solidFill>
                  <a:srgbClr val="10243E"/>
                </a:solidFill>
              </a:defRPr>
            </a:pPr>
            <a:r>
              <a:rPr sz="1425" b="1">
                <a:solidFill>
                  <a:srgbClr val="10243E"/>
                </a:solidFill>
              </a:rPr>
              <a:t>Impress</a:t>
            </a:r>
          </a:p>
        </p:txBody>
      </p:sp>
      <p:sp>
        <p:nvSpPr>
          <p:cNvPr id="19" name="Rectángulo 18">
            <a:extLst>
              <a:ext uri="{FF2B5EF4-FFF2-40B4-BE49-F238E27FC236}">
                <a16:creationId xmlns:a16="http://schemas.microsoft.com/office/drawing/2014/main" id="{0E2E7922-E7E7-4422-9AE0-5FDAC15DDB27}"/>
              </a:ext>
            </a:extLst>
          </p:cNvPr>
          <p:cNvSpPr>
            <a:spLocks noGrp="1"/>
          </p:cNvSpPr>
          <p:nvPr/>
        </p:nvSpPr>
        <p:spPr>
          <a:xfrm>
            <a:off x="2933700" y="4191000"/>
            <a:ext cx="2190750" cy="361950"/>
          </a:xfrm>
          <a:prstGeom prst="rect">
            <a:avLst/>
          </a:prstGeom>
          <a:noFill/>
          <a:ln w="0">
            <a:noFill/>
            <a:prstDash val="solid"/>
          </a:ln>
        </p:spPr>
        <p:txBody>
          <a:bodyPr anchor="ctr"/>
          <a:lstStyle/>
          <a:p>
            <a:pPr algn="r">
              <a:defRPr sz="1200" b="0">
                <a:solidFill>
                  <a:srgbClr val="60758A"/>
                </a:solidFill>
              </a:defRPr>
            </a:pPr>
            <a:r>
              <a:rPr sz="1200" b="0">
                <a:solidFill>
                  <a:srgbClr val="60758A"/>
                </a:solidFill>
              </a:rPr>
              <a:t>Presentaciones</a:t>
            </a:r>
          </a:p>
        </p:txBody>
      </p:sp>
      <p:sp>
        <p:nvSpPr>
          <p:cNvPr id="20" name="Rectángulo 19">
            <a:extLst>
              <a:ext uri="{FF2B5EF4-FFF2-40B4-BE49-F238E27FC236}">
                <a16:creationId xmlns:a16="http://schemas.microsoft.com/office/drawing/2014/main" id="{F293DBEF-B572-4C90-AADB-571A965AD71A}"/>
              </a:ext>
            </a:extLst>
          </p:cNvPr>
          <p:cNvSpPr>
            <a:spLocks noGrp="1"/>
          </p:cNvSpPr>
          <p:nvPr/>
        </p:nvSpPr>
        <p:spPr>
          <a:xfrm>
            <a:off x="895350" y="4724400"/>
            <a:ext cx="76200" cy="323850"/>
          </a:xfrm>
          <a:prstGeom prst="rect">
            <a:avLst/>
          </a:prstGeom>
          <a:solidFill>
            <a:srgbClr val="22C9C3"/>
          </a:solidFill>
          <a:ln w="0">
            <a:noFill/>
            <a:prstDash val="solid"/>
          </a:ln>
        </p:spPr>
      </p:sp>
      <p:sp>
        <p:nvSpPr>
          <p:cNvPr id="21" name="Rectángulo 20">
            <a:extLst>
              <a:ext uri="{FF2B5EF4-FFF2-40B4-BE49-F238E27FC236}">
                <a16:creationId xmlns:a16="http://schemas.microsoft.com/office/drawing/2014/main" id="{090C27F1-9D9B-45A6-8196-C05460C80BD7}"/>
              </a:ext>
            </a:extLst>
          </p:cNvPr>
          <p:cNvSpPr>
            <a:spLocks noGrp="1"/>
          </p:cNvSpPr>
          <p:nvPr/>
        </p:nvSpPr>
        <p:spPr>
          <a:xfrm>
            <a:off x="1123950" y="4705350"/>
            <a:ext cx="1619250" cy="361950"/>
          </a:xfrm>
          <a:prstGeom prst="rect">
            <a:avLst/>
          </a:prstGeom>
          <a:noFill/>
          <a:ln w="0">
            <a:noFill/>
            <a:prstDash val="solid"/>
          </a:ln>
        </p:spPr>
        <p:txBody>
          <a:bodyPr anchor="ctr"/>
          <a:lstStyle/>
          <a:p>
            <a:pPr algn="l">
              <a:defRPr sz="1425" b="1">
                <a:solidFill>
                  <a:srgbClr val="10243E"/>
                </a:solidFill>
              </a:defRPr>
            </a:pPr>
            <a:r>
              <a:rPr sz="1425" b="1">
                <a:solidFill>
                  <a:srgbClr val="10243E"/>
                </a:solidFill>
              </a:rPr>
              <a:t>GIMP</a:t>
            </a:r>
          </a:p>
        </p:txBody>
      </p:sp>
      <p:sp>
        <p:nvSpPr>
          <p:cNvPr id="22" name="Rectángulo 21">
            <a:extLst>
              <a:ext uri="{FF2B5EF4-FFF2-40B4-BE49-F238E27FC236}">
                <a16:creationId xmlns:a16="http://schemas.microsoft.com/office/drawing/2014/main" id="{BBA5612B-2892-40EB-A998-214E4E13B9E2}"/>
              </a:ext>
            </a:extLst>
          </p:cNvPr>
          <p:cNvSpPr>
            <a:spLocks noGrp="1"/>
          </p:cNvSpPr>
          <p:nvPr/>
        </p:nvSpPr>
        <p:spPr>
          <a:xfrm>
            <a:off x="2933700" y="4705350"/>
            <a:ext cx="2190750" cy="361950"/>
          </a:xfrm>
          <a:prstGeom prst="rect">
            <a:avLst/>
          </a:prstGeom>
          <a:noFill/>
          <a:ln w="0">
            <a:noFill/>
            <a:prstDash val="solid"/>
          </a:ln>
        </p:spPr>
        <p:txBody>
          <a:bodyPr anchor="ctr"/>
          <a:lstStyle/>
          <a:p>
            <a:pPr algn="r">
              <a:defRPr sz="1200" b="0">
                <a:solidFill>
                  <a:srgbClr val="60758A"/>
                </a:solidFill>
              </a:defRPr>
            </a:pPr>
            <a:r>
              <a:rPr sz="1200" b="0">
                <a:solidFill>
                  <a:srgbClr val="60758A"/>
                </a:solidFill>
              </a:rPr>
              <a:t>Imagen</a:t>
            </a:r>
          </a:p>
        </p:txBody>
      </p:sp>
      <p:sp>
        <p:nvSpPr>
          <p:cNvPr id="23" name="Rectángulo 22">
            <a:extLst>
              <a:ext uri="{FF2B5EF4-FFF2-40B4-BE49-F238E27FC236}">
                <a16:creationId xmlns:a16="http://schemas.microsoft.com/office/drawing/2014/main" id="{EC78E1F4-90E8-4FB6-BCA2-D9646279E411}"/>
              </a:ext>
            </a:extLst>
          </p:cNvPr>
          <p:cNvSpPr>
            <a:spLocks noGrp="1"/>
          </p:cNvSpPr>
          <p:nvPr/>
        </p:nvSpPr>
        <p:spPr>
          <a:xfrm>
            <a:off x="6819900" y="2667000"/>
            <a:ext cx="76200" cy="323850"/>
          </a:xfrm>
          <a:prstGeom prst="rect">
            <a:avLst/>
          </a:prstGeom>
          <a:solidFill>
            <a:srgbClr val="F26B4E"/>
          </a:solidFill>
          <a:ln w="0">
            <a:noFill/>
            <a:prstDash val="solid"/>
          </a:ln>
        </p:spPr>
      </p:sp>
      <p:sp>
        <p:nvSpPr>
          <p:cNvPr id="24" name="Rectángulo 23">
            <a:extLst>
              <a:ext uri="{FF2B5EF4-FFF2-40B4-BE49-F238E27FC236}">
                <a16:creationId xmlns:a16="http://schemas.microsoft.com/office/drawing/2014/main" id="{FEB2038B-F0FF-4157-8B96-F8C3BD821D0C}"/>
              </a:ext>
            </a:extLst>
          </p:cNvPr>
          <p:cNvSpPr>
            <a:spLocks noGrp="1"/>
          </p:cNvSpPr>
          <p:nvPr/>
        </p:nvSpPr>
        <p:spPr>
          <a:xfrm>
            <a:off x="7048500" y="2647950"/>
            <a:ext cx="1619250" cy="361950"/>
          </a:xfrm>
          <a:prstGeom prst="rect">
            <a:avLst/>
          </a:prstGeom>
          <a:noFill/>
          <a:ln w="0">
            <a:noFill/>
            <a:prstDash val="solid"/>
          </a:ln>
        </p:spPr>
        <p:txBody>
          <a:bodyPr anchor="ctr"/>
          <a:lstStyle/>
          <a:p>
            <a:pPr algn="l">
              <a:defRPr sz="1425" b="1">
                <a:solidFill>
                  <a:srgbClr val="10243E"/>
                </a:solidFill>
              </a:defRPr>
            </a:pPr>
            <a:r>
              <a:rPr sz="1425" b="1">
                <a:solidFill>
                  <a:srgbClr val="10243E"/>
                </a:solidFill>
              </a:rPr>
              <a:t>Word</a:t>
            </a:r>
          </a:p>
        </p:txBody>
      </p:sp>
      <p:sp>
        <p:nvSpPr>
          <p:cNvPr id="25" name="Rectángulo 24">
            <a:extLst>
              <a:ext uri="{FF2B5EF4-FFF2-40B4-BE49-F238E27FC236}">
                <a16:creationId xmlns:a16="http://schemas.microsoft.com/office/drawing/2014/main" id="{1DD526B2-0B1D-4D41-9152-D5C3D820439B}"/>
              </a:ext>
            </a:extLst>
          </p:cNvPr>
          <p:cNvSpPr>
            <a:spLocks noGrp="1"/>
          </p:cNvSpPr>
          <p:nvPr/>
        </p:nvSpPr>
        <p:spPr>
          <a:xfrm>
            <a:off x="8858250" y="2647950"/>
            <a:ext cx="2190750" cy="361950"/>
          </a:xfrm>
          <a:prstGeom prst="rect">
            <a:avLst/>
          </a:prstGeom>
          <a:noFill/>
          <a:ln w="0">
            <a:noFill/>
            <a:prstDash val="solid"/>
          </a:ln>
        </p:spPr>
        <p:txBody>
          <a:bodyPr anchor="ctr"/>
          <a:lstStyle/>
          <a:p>
            <a:pPr algn="r">
              <a:defRPr sz="1200" b="0">
                <a:solidFill>
                  <a:srgbClr val="60758A"/>
                </a:solidFill>
              </a:defRPr>
            </a:pPr>
            <a:r>
              <a:rPr sz="1200" b="0">
                <a:solidFill>
                  <a:srgbClr val="60758A"/>
                </a:solidFill>
              </a:rPr>
              <a:t>Documentos</a:t>
            </a:r>
          </a:p>
        </p:txBody>
      </p:sp>
      <p:sp>
        <p:nvSpPr>
          <p:cNvPr id="26" name="Rectángulo 25">
            <a:extLst>
              <a:ext uri="{FF2B5EF4-FFF2-40B4-BE49-F238E27FC236}">
                <a16:creationId xmlns:a16="http://schemas.microsoft.com/office/drawing/2014/main" id="{226A2D0A-0A35-4487-B8CE-0091A708EFDC}"/>
              </a:ext>
            </a:extLst>
          </p:cNvPr>
          <p:cNvSpPr>
            <a:spLocks noGrp="1"/>
          </p:cNvSpPr>
          <p:nvPr/>
        </p:nvSpPr>
        <p:spPr>
          <a:xfrm>
            <a:off x="6819900" y="3181350"/>
            <a:ext cx="76200" cy="323850"/>
          </a:xfrm>
          <a:prstGeom prst="rect">
            <a:avLst/>
          </a:prstGeom>
          <a:solidFill>
            <a:srgbClr val="F26B4E"/>
          </a:solidFill>
          <a:ln w="0">
            <a:noFill/>
            <a:prstDash val="solid"/>
          </a:ln>
        </p:spPr>
      </p:sp>
      <p:sp>
        <p:nvSpPr>
          <p:cNvPr id="27" name="Rectángulo 26">
            <a:extLst>
              <a:ext uri="{FF2B5EF4-FFF2-40B4-BE49-F238E27FC236}">
                <a16:creationId xmlns:a16="http://schemas.microsoft.com/office/drawing/2014/main" id="{AD09485E-C679-4DE6-A159-1804E2B6D19A}"/>
              </a:ext>
            </a:extLst>
          </p:cNvPr>
          <p:cNvSpPr>
            <a:spLocks noGrp="1"/>
          </p:cNvSpPr>
          <p:nvPr/>
        </p:nvSpPr>
        <p:spPr>
          <a:xfrm>
            <a:off x="7048500" y="3162300"/>
            <a:ext cx="1619250" cy="361950"/>
          </a:xfrm>
          <a:prstGeom prst="rect">
            <a:avLst/>
          </a:prstGeom>
          <a:noFill/>
          <a:ln w="0">
            <a:noFill/>
            <a:prstDash val="solid"/>
          </a:ln>
        </p:spPr>
        <p:txBody>
          <a:bodyPr anchor="ctr"/>
          <a:lstStyle/>
          <a:p>
            <a:pPr algn="l">
              <a:defRPr sz="1425" b="1">
                <a:solidFill>
                  <a:srgbClr val="10243E"/>
                </a:solidFill>
              </a:defRPr>
            </a:pPr>
            <a:r>
              <a:rPr sz="1425" b="1">
                <a:solidFill>
                  <a:srgbClr val="10243E"/>
                </a:solidFill>
              </a:rPr>
              <a:t>Excel</a:t>
            </a:r>
          </a:p>
        </p:txBody>
      </p:sp>
      <p:sp>
        <p:nvSpPr>
          <p:cNvPr id="28" name="Rectángulo 27">
            <a:extLst>
              <a:ext uri="{FF2B5EF4-FFF2-40B4-BE49-F238E27FC236}">
                <a16:creationId xmlns:a16="http://schemas.microsoft.com/office/drawing/2014/main" id="{E57E95EB-6C65-4F71-90A8-A7F2FCE5C31E}"/>
              </a:ext>
            </a:extLst>
          </p:cNvPr>
          <p:cNvSpPr>
            <a:spLocks noGrp="1"/>
          </p:cNvSpPr>
          <p:nvPr/>
        </p:nvSpPr>
        <p:spPr>
          <a:xfrm>
            <a:off x="8858250" y="3162300"/>
            <a:ext cx="2190750" cy="361950"/>
          </a:xfrm>
          <a:prstGeom prst="rect">
            <a:avLst/>
          </a:prstGeom>
          <a:noFill/>
          <a:ln w="0">
            <a:noFill/>
            <a:prstDash val="solid"/>
          </a:ln>
        </p:spPr>
        <p:txBody>
          <a:bodyPr anchor="ctr"/>
          <a:lstStyle/>
          <a:p>
            <a:pPr algn="r">
              <a:defRPr sz="1200" b="0">
                <a:solidFill>
                  <a:srgbClr val="60758A"/>
                </a:solidFill>
              </a:defRPr>
            </a:pPr>
            <a:r>
              <a:rPr sz="1200" b="0">
                <a:solidFill>
                  <a:srgbClr val="60758A"/>
                </a:solidFill>
              </a:rPr>
              <a:t>Cálculo</a:t>
            </a:r>
          </a:p>
        </p:txBody>
      </p:sp>
      <p:sp>
        <p:nvSpPr>
          <p:cNvPr id="29" name="Rectángulo 28">
            <a:extLst>
              <a:ext uri="{FF2B5EF4-FFF2-40B4-BE49-F238E27FC236}">
                <a16:creationId xmlns:a16="http://schemas.microsoft.com/office/drawing/2014/main" id="{C9BFFD1E-A0B2-48A6-AC60-18916B6793B8}"/>
              </a:ext>
            </a:extLst>
          </p:cNvPr>
          <p:cNvSpPr>
            <a:spLocks noGrp="1"/>
          </p:cNvSpPr>
          <p:nvPr/>
        </p:nvSpPr>
        <p:spPr>
          <a:xfrm>
            <a:off x="6819900" y="3695700"/>
            <a:ext cx="76200" cy="323850"/>
          </a:xfrm>
          <a:prstGeom prst="rect">
            <a:avLst/>
          </a:prstGeom>
          <a:solidFill>
            <a:srgbClr val="F26B4E"/>
          </a:solidFill>
          <a:ln w="0">
            <a:noFill/>
            <a:prstDash val="solid"/>
          </a:ln>
        </p:spPr>
      </p:sp>
      <p:sp>
        <p:nvSpPr>
          <p:cNvPr id="30" name="Rectángulo 29">
            <a:extLst>
              <a:ext uri="{FF2B5EF4-FFF2-40B4-BE49-F238E27FC236}">
                <a16:creationId xmlns:a16="http://schemas.microsoft.com/office/drawing/2014/main" id="{16656FB2-6480-4D41-A773-B81629093139}"/>
              </a:ext>
            </a:extLst>
          </p:cNvPr>
          <p:cNvSpPr>
            <a:spLocks noGrp="1"/>
          </p:cNvSpPr>
          <p:nvPr/>
        </p:nvSpPr>
        <p:spPr>
          <a:xfrm>
            <a:off x="7048500" y="3676650"/>
            <a:ext cx="1619250" cy="361950"/>
          </a:xfrm>
          <a:prstGeom prst="rect">
            <a:avLst/>
          </a:prstGeom>
          <a:noFill/>
          <a:ln w="0">
            <a:noFill/>
            <a:prstDash val="solid"/>
          </a:ln>
        </p:spPr>
        <p:txBody>
          <a:bodyPr anchor="ctr"/>
          <a:lstStyle/>
          <a:p>
            <a:pPr algn="l">
              <a:defRPr sz="1425" b="1">
                <a:solidFill>
                  <a:srgbClr val="10243E"/>
                </a:solidFill>
              </a:defRPr>
            </a:pPr>
            <a:r>
              <a:rPr sz="1425" b="1">
                <a:solidFill>
                  <a:srgbClr val="10243E"/>
                </a:solidFill>
              </a:rPr>
              <a:t>Access</a:t>
            </a:r>
          </a:p>
        </p:txBody>
      </p:sp>
      <p:sp>
        <p:nvSpPr>
          <p:cNvPr id="31" name="Rectángulo 30">
            <a:extLst>
              <a:ext uri="{FF2B5EF4-FFF2-40B4-BE49-F238E27FC236}">
                <a16:creationId xmlns:a16="http://schemas.microsoft.com/office/drawing/2014/main" id="{DA2BCBD5-FCDC-4B6C-AA0B-8553D80A94BB}"/>
              </a:ext>
            </a:extLst>
          </p:cNvPr>
          <p:cNvSpPr>
            <a:spLocks noGrp="1"/>
          </p:cNvSpPr>
          <p:nvPr/>
        </p:nvSpPr>
        <p:spPr>
          <a:xfrm>
            <a:off x="8858250" y="3676650"/>
            <a:ext cx="2190750" cy="361950"/>
          </a:xfrm>
          <a:prstGeom prst="rect">
            <a:avLst/>
          </a:prstGeom>
          <a:noFill/>
          <a:ln w="0">
            <a:noFill/>
            <a:prstDash val="solid"/>
          </a:ln>
        </p:spPr>
        <p:txBody>
          <a:bodyPr anchor="ctr"/>
          <a:lstStyle/>
          <a:p>
            <a:pPr algn="r">
              <a:defRPr sz="1200" b="0">
                <a:solidFill>
                  <a:srgbClr val="60758A"/>
                </a:solidFill>
              </a:defRPr>
            </a:pPr>
            <a:r>
              <a:rPr sz="1200" b="0">
                <a:solidFill>
                  <a:srgbClr val="60758A"/>
                </a:solidFill>
              </a:rPr>
              <a:t>Datos</a:t>
            </a:r>
          </a:p>
        </p:txBody>
      </p:sp>
      <p:sp>
        <p:nvSpPr>
          <p:cNvPr id="32" name="Rectángulo 31">
            <a:extLst>
              <a:ext uri="{FF2B5EF4-FFF2-40B4-BE49-F238E27FC236}">
                <a16:creationId xmlns:a16="http://schemas.microsoft.com/office/drawing/2014/main" id="{48F22FA5-29A8-455F-90DB-FB69AFDEFB5C}"/>
              </a:ext>
            </a:extLst>
          </p:cNvPr>
          <p:cNvSpPr>
            <a:spLocks noGrp="1"/>
          </p:cNvSpPr>
          <p:nvPr/>
        </p:nvSpPr>
        <p:spPr>
          <a:xfrm>
            <a:off x="6819900" y="4210050"/>
            <a:ext cx="76200" cy="323850"/>
          </a:xfrm>
          <a:prstGeom prst="rect">
            <a:avLst/>
          </a:prstGeom>
          <a:solidFill>
            <a:srgbClr val="F26B4E"/>
          </a:solidFill>
          <a:ln w="0">
            <a:noFill/>
            <a:prstDash val="solid"/>
          </a:ln>
        </p:spPr>
      </p:sp>
      <p:sp>
        <p:nvSpPr>
          <p:cNvPr id="33" name="Rectángulo 32">
            <a:extLst>
              <a:ext uri="{FF2B5EF4-FFF2-40B4-BE49-F238E27FC236}">
                <a16:creationId xmlns:a16="http://schemas.microsoft.com/office/drawing/2014/main" id="{A5D39520-E92E-458E-8F89-87D1F952CFC7}"/>
              </a:ext>
            </a:extLst>
          </p:cNvPr>
          <p:cNvSpPr>
            <a:spLocks noGrp="1"/>
          </p:cNvSpPr>
          <p:nvPr/>
        </p:nvSpPr>
        <p:spPr>
          <a:xfrm>
            <a:off x="7048500" y="4191000"/>
            <a:ext cx="1619250" cy="361950"/>
          </a:xfrm>
          <a:prstGeom prst="rect">
            <a:avLst/>
          </a:prstGeom>
          <a:noFill/>
          <a:ln w="0">
            <a:noFill/>
            <a:prstDash val="solid"/>
          </a:ln>
        </p:spPr>
        <p:txBody>
          <a:bodyPr anchor="ctr"/>
          <a:lstStyle/>
          <a:p>
            <a:pPr algn="l">
              <a:defRPr sz="1425" b="1">
                <a:solidFill>
                  <a:srgbClr val="10243E"/>
                </a:solidFill>
              </a:defRPr>
            </a:pPr>
            <a:r>
              <a:rPr sz="1425" b="1">
                <a:solidFill>
                  <a:srgbClr val="10243E"/>
                </a:solidFill>
              </a:rPr>
              <a:t>PowerPoint</a:t>
            </a:r>
          </a:p>
        </p:txBody>
      </p:sp>
      <p:sp>
        <p:nvSpPr>
          <p:cNvPr id="34" name="Rectángulo 33">
            <a:extLst>
              <a:ext uri="{FF2B5EF4-FFF2-40B4-BE49-F238E27FC236}">
                <a16:creationId xmlns:a16="http://schemas.microsoft.com/office/drawing/2014/main" id="{875ADFC7-6519-45E4-9C1E-06362D7D85FC}"/>
              </a:ext>
            </a:extLst>
          </p:cNvPr>
          <p:cNvSpPr>
            <a:spLocks noGrp="1"/>
          </p:cNvSpPr>
          <p:nvPr/>
        </p:nvSpPr>
        <p:spPr>
          <a:xfrm>
            <a:off x="8858250" y="4191000"/>
            <a:ext cx="2190750" cy="361950"/>
          </a:xfrm>
          <a:prstGeom prst="rect">
            <a:avLst/>
          </a:prstGeom>
          <a:noFill/>
          <a:ln w="0">
            <a:noFill/>
            <a:prstDash val="solid"/>
          </a:ln>
        </p:spPr>
        <p:txBody>
          <a:bodyPr anchor="ctr"/>
          <a:lstStyle/>
          <a:p>
            <a:pPr algn="r">
              <a:defRPr sz="1200" b="0">
                <a:solidFill>
                  <a:srgbClr val="60758A"/>
                </a:solidFill>
              </a:defRPr>
            </a:pPr>
            <a:r>
              <a:rPr sz="1200" b="0">
                <a:solidFill>
                  <a:srgbClr val="60758A"/>
                </a:solidFill>
              </a:rPr>
              <a:t>Presentaciones</a:t>
            </a:r>
          </a:p>
        </p:txBody>
      </p:sp>
      <p:sp>
        <p:nvSpPr>
          <p:cNvPr id="35" name="Rectángulo 34">
            <a:extLst>
              <a:ext uri="{FF2B5EF4-FFF2-40B4-BE49-F238E27FC236}">
                <a16:creationId xmlns:a16="http://schemas.microsoft.com/office/drawing/2014/main" id="{41939DFA-60A8-47B7-B27D-572389B64E86}"/>
              </a:ext>
            </a:extLst>
          </p:cNvPr>
          <p:cNvSpPr>
            <a:spLocks noGrp="1"/>
          </p:cNvSpPr>
          <p:nvPr/>
        </p:nvSpPr>
        <p:spPr>
          <a:xfrm>
            <a:off x="6819900" y="4724400"/>
            <a:ext cx="76200" cy="323850"/>
          </a:xfrm>
          <a:prstGeom prst="rect">
            <a:avLst/>
          </a:prstGeom>
          <a:solidFill>
            <a:srgbClr val="F26B4E"/>
          </a:solidFill>
          <a:ln w="0">
            <a:noFill/>
            <a:prstDash val="solid"/>
          </a:ln>
        </p:spPr>
      </p:sp>
      <p:sp>
        <p:nvSpPr>
          <p:cNvPr id="36" name="Rectángulo 35">
            <a:extLst>
              <a:ext uri="{FF2B5EF4-FFF2-40B4-BE49-F238E27FC236}">
                <a16:creationId xmlns:a16="http://schemas.microsoft.com/office/drawing/2014/main" id="{965A35E9-5F17-4DD8-BFE1-2F8CA075C312}"/>
              </a:ext>
            </a:extLst>
          </p:cNvPr>
          <p:cNvSpPr>
            <a:spLocks noGrp="1"/>
          </p:cNvSpPr>
          <p:nvPr/>
        </p:nvSpPr>
        <p:spPr>
          <a:xfrm>
            <a:off x="7048500" y="4705350"/>
            <a:ext cx="1619250" cy="361950"/>
          </a:xfrm>
          <a:prstGeom prst="rect">
            <a:avLst/>
          </a:prstGeom>
          <a:noFill/>
          <a:ln w="0">
            <a:noFill/>
            <a:prstDash val="solid"/>
          </a:ln>
        </p:spPr>
        <p:txBody>
          <a:bodyPr anchor="ctr"/>
          <a:lstStyle/>
          <a:p>
            <a:pPr algn="l">
              <a:defRPr sz="1425" b="1">
                <a:solidFill>
                  <a:srgbClr val="10243E"/>
                </a:solidFill>
              </a:defRPr>
            </a:pPr>
            <a:r>
              <a:rPr sz="1425" b="1">
                <a:solidFill>
                  <a:srgbClr val="10243E"/>
                </a:solidFill>
              </a:rPr>
              <a:t>Photoshop</a:t>
            </a:r>
          </a:p>
        </p:txBody>
      </p:sp>
      <p:sp>
        <p:nvSpPr>
          <p:cNvPr id="37" name="Rectángulo 36">
            <a:extLst>
              <a:ext uri="{FF2B5EF4-FFF2-40B4-BE49-F238E27FC236}">
                <a16:creationId xmlns:a16="http://schemas.microsoft.com/office/drawing/2014/main" id="{8A79258A-DA82-4501-B7D3-3F057375B35E}"/>
              </a:ext>
            </a:extLst>
          </p:cNvPr>
          <p:cNvSpPr>
            <a:spLocks noGrp="1"/>
          </p:cNvSpPr>
          <p:nvPr/>
        </p:nvSpPr>
        <p:spPr>
          <a:xfrm>
            <a:off x="8858250" y="4705350"/>
            <a:ext cx="2190750" cy="361950"/>
          </a:xfrm>
          <a:prstGeom prst="rect">
            <a:avLst/>
          </a:prstGeom>
          <a:noFill/>
          <a:ln w="0">
            <a:noFill/>
            <a:prstDash val="solid"/>
          </a:ln>
        </p:spPr>
        <p:txBody>
          <a:bodyPr anchor="ctr"/>
          <a:lstStyle/>
          <a:p>
            <a:pPr algn="r">
              <a:defRPr sz="1200" b="0">
                <a:solidFill>
                  <a:srgbClr val="60758A"/>
                </a:solidFill>
              </a:defRPr>
            </a:pPr>
            <a:r>
              <a:rPr sz="1200" b="0">
                <a:solidFill>
                  <a:srgbClr val="60758A"/>
                </a:solidFill>
              </a:rPr>
              <a:t>Imagen</a:t>
            </a:r>
          </a:p>
        </p:txBody>
      </p:sp>
      <p:sp>
        <p:nvSpPr>
          <p:cNvPr id="38" name="Rectángulo 37">
            <a:extLst>
              <a:ext uri="{FF2B5EF4-FFF2-40B4-BE49-F238E27FC236}">
                <a16:creationId xmlns:a16="http://schemas.microsoft.com/office/drawing/2014/main" id="{96F7E984-8D5E-44B6-AD1D-510131A49197}"/>
              </a:ext>
            </a:extLst>
          </p:cNvPr>
          <p:cNvSpPr>
            <a:spLocks noGrp="1"/>
          </p:cNvSpPr>
          <p:nvPr/>
        </p:nvSpPr>
        <p:spPr>
          <a:xfrm>
            <a:off x="1809750" y="5886450"/>
            <a:ext cx="8572500" cy="342900"/>
          </a:xfrm>
          <a:prstGeom prst="rect">
            <a:avLst/>
          </a:prstGeom>
          <a:noFill/>
          <a:ln w="0">
            <a:noFill/>
            <a:prstDash val="solid"/>
          </a:ln>
        </p:spPr>
        <p:txBody>
          <a:bodyPr anchor="ctr"/>
          <a:lstStyle/>
          <a:p>
            <a:pPr algn="ctr">
              <a:defRPr sz="1575" b="1">
                <a:solidFill>
                  <a:srgbClr val="0B1F3A"/>
                </a:solidFill>
              </a:defRPr>
            </a:pPr>
            <a:r>
              <a:rPr sz="1575" b="1">
                <a:solidFill>
                  <a:srgbClr val="0B1F3A"/>
                </a:solidFill>
              </a:rPr>
              <a:t>Lo importante no es memorizar botones: es saber resolver el encargo.</a:t>
            </a:r>
          </a:p>
        </p:txBody>
      </p:sp>
      <p:sp>
        <p:nvSpPr>
          <p:cNvPr id="39" name="Rectángulo 38">
            <a:extLst>
              <a:ext uri="{FF2B5EF4-FFF2-40B4-BE49-F238E27FC236}">
                <a16:creationId xmlns:a16="http://schemas.microsoft.com/office/drawing/2014/main" id="{E65C5EF1-B2F0-47C3-B3E8-CBAB866CCD85}"/>
              </a:ext>
            </a:extLst>
          </p:cNvPr>
          <p:cNvSpPr>
            <a:spLocks noGrp="1"/>
          </p:cNvSpPr>
          <p:nvPr/>
        </p:nvSpPr>
        <p:spPr>
          <a:xfrm>
            <a:off x="609600" y="6457950"/>
            <a:ext cx="4000500" cy="171450"/>
          </a:xfrm>
          <a:prstGeom prst="rect">
            <a:avLst/>
          </a:prstGeom>
          <a:noFill/>
          <a:ln w="0">
            <a:noFill/>
            <a:prstDash val="solid"/>
          </a:ln>
        </p:spPr>
        <p:txBody>
          <a:bodyPr anchor="ctr"/>
          <a:lstStyle/>
          <a:p>
            <a:pPr algn="l">
              <a:defRPr sz="825" b="1">
                <a:solidFill>
                  <a:srgbClr val="60758A"/>
                </a:solidFill>
              </a:defRPr>
            </a:pPr>
            <a:r>
              <a:rPr sz="825" b="1">
                <a:solidFill>
                  <a:srgbClr val="60758A"/>
                </a:solidFill>
              </a:rPr>
              <a:t>APLICACIONES OFIMÁTICAS · 1º SMX</a:t>
            </a:r>
          </a:p>
        </p:txBody>
      </p:sp>
      <p:sp>
        <p:nvSpPr>
          <p:cNvPr id="40" name="Rectángulo 39">
            <a:extLst>
              <a:ext uri="{FF2B5EF4-FFF2-40B4-BE49-F238E27FC236}">
                <a16:creationId xmlns:a16="http://schemas.microsoft.com/office/drawing/2014/main" id="{01D20546-6459-45A9-946D-6395ACE3F42B}"/>
              </a:ext>
            </a:extLst>
          </p:cNvPr>
          <p:cNvSpPr>
            <a:spLocks noGrp="1"/>
          </p:cNvSpPr>
          <p:nvPr/>
        </p:nvSpPr>
        <p:spPr>
          <a:xfrm>
            <a:off x="10934700" y="6438900"/>
            <a:ext cx="647700" cy="190500"/>
          </a:xfrm>
          <a:prstGeom prst="rect">
            <a:avLst/>
          </a:prstGeom>
          <a:noFill/>
          <a:ln w="0">
            <a:noFill/>
            <a:prstDash val="solid"/>
          </a:ln>
        </p:spPr>
        <p:txBody>
          <a:bodyPr anchor="ctr"/>
          <a:lstStyle/>
          <a:p>
            <a:pPr algn="r">
              <a:defRPr sz="825" b="1">
                <a:solidFill>
                  <a:srgbClr val="10243E"/>
                </a:solidFill>
              </a:defRPr>
            </a:pPr>
            <a:r>
              <a:rPr sz="825" b="1">
                <a:solidFill>
                  <a:srgbClr val="10243E"/>
                </a:solidFill>
              </a:rPr>
              <a:t>05</a:t>
            </a:r>
          </a:p>
        </p:txBody>
      </p:sp>
    </p:spTree>
    <p:extLst>
      <p:ext uri="{BB962C8B-B14F-4D97-AF65-F5344CB8AC3E}">
        <p14:creationId xmlns:p14="http://schemas.microsoft.com/office/powerpoint/2010/main" val="12560929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Rectángulo 22">
            <a:extLst>
              <a:ext uri="{FF2B5EF4-FFF2-40B4-BE49-F238E27FC236}">
                <a16:creationId xmlns:a16="http://schemas.microsoft.com/office/drawing/2014/main" id="{27806894-BE4E-4DD8-AEED-545448010CAD}"/>
              </a:ext>
            </a:extLst>
          </p:cNvPr>
          <p:cNvSpPr>
            <a:spLocks noGrp="1"/>
          </p:cNvSpPr>
          <p:nvPr/>
        </p:nvSpPr>
        <p:spPr>
          <a:xfrm>
            <a:off x="609600" y="400050"/>
            <a:ext cx="5143500" cy="247650"/>
          </a:xfrm>
          <a:prstGeom prst="rect">
            <a:avLst/>
          </a:prstGeom>
          <a:noFill/>
          <a:ln w="0">
            <a:noFill/>
            <a:prstDash val="solid"/>
          </a:ln>
        </p:spPr>
        <p:txBody>
          <a:bodyPr anchor="ctr"/>
          <a:lstStyle/>
          <a:p>
            <a:pPr algn="l">
              <a:defRPr sz="975" b="1">
                <a:solidFill>
                  <a:srgbClr val="60758A"/>
                </a:solidFill>
              </a:defRPr>
            </a:pPr>
            <a:r>
              <a:rPr sz="975" b="1">
                <a:solidFill>
                  <a:srgbClr val="60758A"/>
                </a:solidFill>
              </a:rPr>
              <a:t>CÓMO SE OBTIENE LA NOTA</a:t>
            </a:r>
          </a:p>
        </p:txBody>
      </p:sp>
      <p:sp>
        <p:nvSpPr>
          <p:cNvPr id="2" name="Rectángulo 1">
            <a:extLst>
              <a:ext uri="{FF2B5EF4-FFF2-40B4-BE49-F238E27FC236}">
                <a16:creationId xmlns:a16="http://schemas.microsoft.com/office/drawing/2014/main" id="{98CF5159-61F4-4B6C-83BA-2CB3B417BAA2}"/>
              </a:ext>
            </a:extLst>
          </p:cNvPr>
          <p:cNvSpPr>
            <a:spLocks noGrp="1"/>
          </p:cNvSpPr>
          <p:nvPr/>
        </p:nvSpPr>
        <p:spPr>
          <a:xfrm>
            <a:off x="609600" y="685800"/>
            <a:ext cx="10858500" cy="666750"/>
          </a:xfrm>
          <a:prstGeom prst="rect">
            <a:avLst/>
          </a:prstGeom>
          <a:noFill/>
          <a:ln w="0">
            <a:noFill/>
            <a:prstDash val="solid"/>
          </a:ln>
        </p:spPr>
        <p:txBody>
          <a:bodyPr anchor="ctr"/>
          <a:lstStyle/>
          <a:p>
            <a:pPr algn="l">
              <a:defRPr sz="2850" b="1">
                <a:solidFill>
                  <a:srgbClr val="0B1F3A"/>
                </a:solidFill>
              </a:defRPr>
            </a:pPr>
            <a:r>
              <a:rPr sz="2850" b="1">
                <a:solidFill>
                  <a:srgbClr val="0B1F3A"/>
                </a:solidFill>
              </a:rPr>
              <a:t>Evaluamos lo que construyes… y lo que sabes hacer tú.</a:t>
            </a:r>
          </a:p>
        </p:txBody>
      </p:sp>
      <p:sp>
        <p:nvSpPr>
          <p:cNvPr id="3" name="Rectángulo 2">
            <a:extLst>
              <a:ext uri="{FF2B5EF4-FFF2-40B4-BE49-F238E27FC236}">
                <a16:creationId xmlns:a16="http://schemas.microsoft.com/office/drawing/2014/main" id="{02A2E953-5DF5-45B9-8248-A361BD56412A}"/>
              </a:ext>
            </a:extLst>
          </p:cNvPr>
          <p:cNvSpPr>
            <a:spLocks noGrp="1"/>
          </p:cNvSpPr>
          <p:nvPr/>
        </p:nvSpPr>
        <p:spPr>
          <a:xfrm>
            <a:off x="609600" y="1428750"/>
            <a:ext cx="10972800" cy="19050"/>
          </a:xfrm>
          <a:prstGeom prst="rect">
            <a:avLst/>
          </a:prstGeom>
          <a:solidFill>
            <a:srgbClr val="EAF1F6"/>
          </a:solidFill>
          <a:ln w="0">
            <a:noFill/>
            <a:prstDash val="solid"/>
          </a:ln>
        </p:spPr>
      </p:sp>
      <p:sp>
        <p:nvSpPr>
          <p:cNvPr id="4" name="Rectángulo: esquinas redondeadas 3">
            <a:extLst>
              <a:ext uri="{FF2B5EF4-FFF2-40B4-BE49-F238E27FC236}">
                <a16:creationId xmlns:a16="http://schemas.microsoft.com/office/drawing/2014/main" id="{A06C5C8B-1F98-4A7D-906D-FCD4C563C5AD}"/>
              </a:ext>
            </a:extLst>
          </p:cNvPr>
          <p:cNvSpPr>
            <a:spLocks noGrp="1"/>
          </p:cNvSpPr>
          <p:nvPr/>
        </p:nvSpPr>
        <p:spPr>
          <a:xfrm>
            <a:off x="609600" y="1828800"/>
            <a:ext cx="4953000" cy="2476500"/>
          </a:xfrm>
          <a:prstGeom prst="roundRect">
            <a:avLst>
              <a:gd name="adj" fmla="val 6154"/>
            </a:avLst>
          </a:prstGeom>
          <a:solidFill>
            <a:srgbClr val="0B1F3A"/>
          </a:solidFill>
          <a:ln w="0">
            <a:solidFill>
              <a:srgbClr val="0B1F3A"/>
            </a:solidFill>
            <a:prstDash val="solid"/>
          </a:ln>
        </p:spPr>
      </p:sp>
      <p:sp>
        <p:nvSpPr>
          <p:cNvPr id="5" name="Rectángulo 4">
            <a:extLst>
              <a:ext uri="{FF2B5EF4-FFF2-40B4-BE49-F238E27FC236}">
                <a16:creationId xmlns:a16="http://schemas.microsoft.com/office/drawing/2014/main" id="{07D828EF-FB20-447A-ADC4-8A1928083024}"/>
              </a:ext>
            </a:extLst>
          </p:cNvPr>
          <p:cNvSpPr>
            <a:spLocks noGrp="1"/>
          </p:cNvSpPr>
          <p:nvPr/>
        </p:nvSpPr>
        <p:spPr>
          <a:xfrm>
            <a:off x="876300" y="2038350"/>
            <a:ext cx="4419600" cy="857250"/>
          </a:xfrm>
          <a:prstGeom prst="rect">
            <a:avLst/>
          </a:prstGeom>
          <a:noFill/>
          <a:ln w="0">
            <a:noFill/>
            <a:prstDash val="solid"/>
          </a:ln>
        </p:spPr>
        <p:txBody>
          <a:bodyPr anchor="ctr"/>
          <a:lstStyle/>
          <a:p>
            <a:pPr algn="l">
              <a:defRPr sz="4200" b="1">
                <a:solidFill>
                  <a:srgbClr val="FFFFFF"/>
                </a:solidFill>
              </a:defRPr>
            </a:pPr>
            <a:r>
              <a:rPr sz="4200" b="1">
                <a:solidFill>
                  <a:srgbClr val="FFFFFF"/>
                </a:solidFill>
              </a:rPr>
              <a:t>50%</a:t>
            </a:r>
          </a:p>
        </p:txBody>
      </p:sp>
      <p:sp>
        <p:nvSpPr>
          <p:cNvPr id="6" name="Rectángulo 5">
            <a:extLst>
              <a:ext uri="{FF2B5EF4-FFF2-40B4-BE49-F238E27FC236}">
                <a16:creationId xmlns:a16="http://schemas.microsoft.com/office/drawing/2014/main" id="{2302046C-0FF0-4D9C-97AB-70FFE524E7D9}"/>
              </a:ext>
            </a:extLst>
          </p:cNvPr>
          <p:cNvSpPr>
            <a:spLocks noGrp="1"/>
          </p:cNvSpPr>
          <p:nvPr/>
        </p:nvSpPr>
        <p:spPr>
          <a:xfrm>
            <a:off x="876300" y="3009900"/>
            <a:ext cx="4419600" cy="323850"/>
          </a:xfrm>
          <a:prstGeom prst="rect">
            <a:avLst/>
          </a:prstGeom>
          <a:noFill/>
          <a:ln w="0">
            <a:noFill/>
            <a:prstDash val="solid"/>
          </a:ln>
        </p:spPr>
        <p:txBody>
          <a:bodyPr anchor="ctr"/>
          <a:lstStyle/>
          <a:p>
            <a:pPr algn="l">
              <a:defRPr sz="1200" b="1">
                <a:solidFill>
                  <a:srgbClr val="FFFFFF"/>
                </a:solidFill>
              </a:defRPr>
            </a:pPr>
            <a:r>
              <a:rPr sz="1200" b="1">
                <a:solidFill>
                  <a:srgbClr val="FFFFFF"/>
                </a:solidFill>
              </a:rPr>
              <a:t>PROYECTOS Y ENCARGOS</a:t>
            </a:r>
          </a:p>
        </p:txBody>
      </p:sp>
      <p:sp>
        <p:nvSpPr>
          <p:cNvPr id="7" name="Rectángulo 6">
            <a:extLst>
              <a:ext uri="{FF2B5EF4-FFF2-40B4-BE49-F238E27FC236}">
                <a16:creationId xmlns:a16="http://schemas.microsoft.com/office/drawing/2014/main" id="{387413F4-A892-4216-A1D2-5F27508EC277}"/>
              </a:ext>
            </a:extLst>
          </p:cNvPr>
          <p:cNvSpPr>
            <a:spLocks noGrp="1"/>
          </p:cNvSpPr>
          <p:nvPr/>
        </p:nvSpPr>
        <p:spPr>
          <a:xfrm>
            <a:off x="876300" y="3429000"/>
            <a:ext cx="4419600" cy="552450"/>
          </a:xfrm>
          <a:prstGeom prst="rect">
            <a:avLst/>
          </a:prstGeom>
          <a:noFill/>
          <a:ln w="0">
            <a:noFill/>
            <a:prstDash val="solid"/>
          </a:ln>
        </p:spPr>
        <p:txBody>
          <a:bodyPr anchor="ctr"/>
          <a:lstStyle/>
          <a:p>
            <a:pPr algn="l">
              <a:defRPr sz="1200" b="0">
                <a:solidFill>
                  <a:srgbClr val="E7EEF4"/>
                </a:solidFill>
              </a:defRPr>
            </a:pPr>
            <a:r>
              <a:rPr sz="1200" b="0">
                <a:solidFill>
                  <a:srgbClr val="E7EEF4"/>
                </a:solidFill>
              </a:rPr>
              <a:t>Productos completos de la empresa</a:t>
            </a:r>
          </a:p>
        </p:txBody>
      </p:sp>
      <p:sp>
        <p:nvSpPr>
          <p:cNvPr id="8" name="Rectángulo: esquinas redondeadas 7">
            <a:extLst>
              <a:ext uri="{FF2B5EF4-FFF2-40B4-BE49-F238E27FC236}">
                <a16:creationId xmlns:a16="http://schemas.microsoft.com/office/drawing/2014/main" id="{67A55D47-82EF-4132-A98D-78270E355542}"/>
              </a:ext>
            </a:extLst>
          </p:cNvPr>
          <p:cNvSpPr>
            <a:spLocks noGrp="1"/>
          </p:cNvSpPr>
          <p:nvPr/>
        </p:nvSpPr>
        <p:spPr>
          <a:xfrm>
            <a:off x="5753100" y="1828800"/>
            <a:ext cx="2381250" cy="2476500"/>
          </a:xfrm>
          <a:prstGeom prst="roundRect">
            <a:avLst>
              <a:gd name="adj" fmla="val 6400"/>
            </a:avLst>
          </a:prstGeom>
          <a:solidFill>
            <a:srgbClr val="22C9C3"/>
          </a:solidFill>
          <a:ln w="0">
            <a:solidFill>
              <a:srgbClr val="22C9C3"/>
            </a:solidFill>
            <a:prstDash val="solid"/>
          </a:ln>
        </p:spPr>
      </p:sp>
      <p:sp>
        <p:nvSpPr>
          <p:cNvPr id="9" name="Rectángulo 8">
            <a:extLst>
              <a:ext uri="{FF2B5EF4-FFF2-40B4-BE49-F238E27FC236}">
                <a16:creationId xmlns:a16="http://schemas.microsoft.com/office/drawing/2014/main" id="{FFC5B51D-8FD0-4ECC-B7CC-420EF26FA7FF}"/>
              </a:ext>
            </a:extLst>
          </p:cNvPr>
          <p:cNvSpPr>
            <a:spLocks noGrp="1"/>
          </p:cNvSpPr>
          <p:nvPr/>
        </p:nvSpPr>
        <p:spPr>
          <a:xfrm>
            <a:off x="6019800" y="2038350"/>
            <a:ext cx="1847850" cy="857250"/>
          </a:xfrm>
          <a:prstGeom prst="rect">
            <a:avLst/>
          </a:prstGeom>
          <a:noFill/>
          <a:ln w="0">
            <a:noFill/>
            <a:prstDash val="solid"/>
          </a:ln>
        </p:spPr>
        <p:txBody>
          <a:bodyPr anchor="ctr"/>
          <a:lstStyle/>
          <a:p>
            <a:pPr algn="l">
              <a:defRPr sz="4200" b="1">
                <a:solidFill>
                  <a:srgbClr val="0B1F3A"/>
                </a:solidFill>
              </a:defRPr>
            </a:pPr>
            <a:r>
              <a:rPr sz="4200" b="1">
                <a:solidFill>
                  <a:srgbClr val="0B1F3A"/>
                </a:solidFill>
              </a:rPr>
              <a:t>20%</a:t>
            </a:r>
          </a:p>
        </p:txBody>
      </p:sp>
      <p:sp>
        <p:nvSpPr>
          <p:cNvPr id="10" name="Rectángulo 9">
            <a:extLst>
              <a:ext uri="{FF2B5EF4-FFF2-40B4-BE49-F238E27FC236}">
                <a16:creationId xmlns:a16="http://schemas.microsoft.com/office/drawing/2014/main" id="{200AB755-9D6A-44DB-B407-AE64A18A40F9}"/>
              </a:ext>
            </a:extLst>
          </p:cNvPr>
          <p:cNvSpPr>
            <a:spLocks noGrp="1"/>
          </p:cNvSpPr>
          <p:nvPr/>
        </p:nvSpPr>
        <p:spPr>
          <a:xfrm>
            <a:off x="6019800" y="3009900"/>
            <a:ext cx="1847850" cy="323850"/>
          </a:xfrm>
          <a:prstGeom prst="rect">
            <a:avLst/>
          </a:prstGeom>
          <a:noFill/>
          <a:ln w="0">
            <a:noFill/>
            <a:prstDash val="solid"/>
          </a:ln>
        </p:spPr>
        <p:txBody>
          <a:bodyPr anchor="ctr"/>
          <a:lstStyle/>
          <a:p>
            <a:pPr algn="l">
              <a:defRPr sz="1200" b="1">
                <a:solidFill>
                  <a:srgbClr val="0B1F3A"/>
                </a:solidFill>
              </a:defRPr>
            </a:pPr>
            <a:r>
              <a:rPr sz="1200" b="1">
                <a:solidFill>
                  <a:srgbClr val="0B1F3A"/>
                </a:solidFill>
              </a:rPr>
              <a:t>PRÁCTICAS</a:t>
            </a:r>
          </a:p>
        </p:txBody>
      </p:sp>
      <p:sp>
        <p:nvSpPr>
          <p:cNvPr id="11" name="Rectángulo 10">
            <a:extLst>
              <a:ext uri="{FF2B5EF4-FFF2-40B4-BE49-F238E27FC236}">
                <a16:creationId xmlns:a16="http://schemas.microsoft.com/office/drawing/2014/main" id="{CC322A53-99C5-486B-BDE3-D86445F37BD2}"/>
              </a:ext>
            </a:extLst>
          </p:cNvPr>
          <p:cNvSpPr>
            <a:spLocks noGrp="1"/>
          </p:cNvSpPr>
          <p:nvPr/>
        </p:nvSpPr>
        <p:spPr>
          <a:xfrm>
            <a:off x="6019800" y="3429000"/>
            <a:ext cx="1847850" cy="552450"/>
          </a:xfrm>
          <a:prstGeom prst="rect">
            <a:avLst/>
          </a:prstGeom>
          <a:noFill/>
          <a:ln w="0">
            <a:noFill/>
            <a:prstDash val="solid"/>
          </a:ln>
        </p:spPr>
        <p:txBody>
          <a:bodyPr anchor="ctr"/>
          <a:lstStyle/>
          <a:p>
            <a:pPr algn="l">
              <a:defRPr sz="1200" b="0">
                <a:solidFill>
                  <a:srgbClr val="0B1F3A"/>
                </a:solidFill>
              </a:defRPr>
            </a:pPr>
            <a:r>
              <a:rPr sz="1200" b="0">
                <a:solidFill>
                  <a:srgbClr val="0B1F3A"/>
                </a:solidFill>
              </a:rPr>
              <a:t>Trabajo individual</a:t>
            </a:r>
          </a:p>
        </p:txBody>
      </p:sp>
      <p:sp>
        <p:nvSpPr>
          <p:cNvPr id="12" name="Rectángulo: esquinas redondeadas 11">
            <a:extLst>
              <a:ext uri="{FF2B5EF4-FFF2-40B4-BE49-F238E27FC236}">
                <a16:creationId xmlns:a16="http://schemas.microsoft.com/office/drawing/2014/main" id="{BF17FA30-1083-4E7B-BDE6-9C5787DC1A11}"/>
              </a:ext>
            </a:extLst>
          </p:cNvPr>
          <p:cNvSpPr>
            <a:spLocks noGrp="1"/>
          </p:cNvSpPr>
          <p:nvPr/>
        </p:nvSpPr>
        <p:spPr>
          <a:xfrm>
            <a:off x="8324850" y="1828800"/>
            <a:ext cx="3257550" cy="2476500"/>
          </a:xfrm>
          <a:prstGeom prst="roundRect">
            <a:avLst>
              <a:gd name="adj" fmla="val 6154"/>
            </a:avLst>
          </a:prstGeom>
          <a:solidFill>
            <a:srgbClr val="F26B4E"/>
          </a:solidFill>
          <a:ln w="0">
            <a:solidFill>
              <a:srgbClr val="F26B4E"/>
            </a:solidFill>
            <a:prstDash val="solid"/>
          </a:ln>
        </p:spPr>
      </p:sp>
      <p:sp>
        <p:nvSpPr>
          <p:cNvPr id="13" name="Rectángulo 12">
            <a:extLst>
              <a:ext uri="{FF2B5EF4-FFF2-40B4-BE49-F238E27FC236}">
                <a16:creationId xmlns:a16="http://schemas.microsoft.com/office/drawing/2014/main" id="{F6FF5B2B-60A6-4D4E-9CFB-7F3876008E46}"/>
              </a:ext>
            </a:extLst>
          </p:cNvPr>
          <p:cNvSpPr>
            <a:spLocks noGrp="1"/>
          </p:cNvSpPr>
          <p:nvPr/>
        </p:nvSpPr>
        <p:spPr>
          <a:xfrm>
            <a:off x="8591550" y="2038350"/>
            <a:ext cx="2724150" cy="857250"/>
          </a:xfrm>
          <a:prstGeom prst="rect">
            <a:avLst/>
          </a:prstGeom>
          <a:noFill/>
          <a:ln w="0">
            <a:noFill/>
            <a:prstDash val="solid"/>
          </a:ln>
        </p:spPr>
        <p:txBody>
          <a:bodyPr anchor="ctr"/>
          <a:lstStyle/>
          <a:p>
            <a:pPr algn="l">
              <a:defRPr sz="4200" b="1">
                <a:solidFill>
                  <a:srgbClr val="FFFFFF"/>
                </a:solidFill>
              </a:defRPr>
            </a:pPr>
            <a:r>
              <a:rPr sz="4200" b="1">
                <a:solidFill>
                  <a:srgbClr val="FFFFFF"/>
                </a:solidFill>
              </a:rPr>
              <a:t>20%</a:t>
            </a:r>
          </a:p>
        </p:txBody>
      </p:sp>
      <p:sp>
        <p:nvSpPr>
          <p:cNvPr id="14" name="Rectángulo 13">
            <a:extLst>
              <a:ext uri="{FF2B5EF4-FFF2-40B4-BE49-F238E27FC236}">
                <a16:creationId xmlns:a16="http://schemas.microsoft.com/office/drawing/2014/main" id="{94187C7A-C750-4ACD-A596-220CB2F28EA2}"/>
              </a:ext>
            </a:extLst>
          </p:cNvPr>
          <p:cNvSpPr>
            <a:spLocks noGrp="1"/>
          </p:cNvSpPr>
          <p:nvPr/>
        </p:nvSpPr>
        <p:spPr>
          <a:xfrm>
            <a:off x="8591550" y="3009900"/>
            <a:ext cx="2724150" cy="323850"/>
          </a:xfrm>
          <a:prstGeom prst="rect">
            <a:avLst/>
          </a:prstGeom>
          <a:noFill/>
          <a:ln w="0">
            <a:noFill/>
            <a:prstDash val="solid"/>
          </a:ln>
        </p:spPr>
        <p:txBody>
          <a:bodyPr anchor="ctr"/>
          <a:lstStyle/>
          <a:p>
            <a:pPr algn="l">
              <a:defRPr sz="1200" b="1">
                <a:solidFill>
                  <a:srgbClr val="FFFFFF"/>
                </a:solidFill>
              </a:defRPr>
            </a:pPr>
            <a:r>
              <a:rPr sz="1200" b="1">
                <a:solidFill>
                  <a:srgbClr val="FFFFFF"/>
                </a:solidFill>
              </a:rPr>
              <a:t>CONTROLES</a:t>
            </a:r>
          </a:p>
        </p:txBody>
      </p:sp>
      <p:sp>
        <p:nvSpPr>
          <p:cNvPr id="15" name="Rectángulo 14">
            <a:extLst>
              <a:ext uri="{FF2B5EF4-FFF2-40B4-BE49-F238E27FC236}">
                <a16:creationId xmlns:a16="http://schemas.microsoft.com/office/drawing/2014/main" id="{9AC2625F-7D91-4887-A26C-B66ECDA3212E}"/>
              </a:ext>
            </a:extLst>
          </p:cNvPr>
          <p:cNvSpPr>
            <a:spLocks noGrp="1"/>
          </p:cNvSpPr>
          <p:nvPr/>
        </p:nvSpPr>
        <p:spPr>
          <a:xfrm>
            <a:off x="8591550" y="3429000"/>
            <a:ext cx="2724150" cy="552450"/>
          </a:xfrm>
          <a:prstGeom prst="rect">
            <a:avLst/>
          </a:prstGeom>
          <a:noFill/>
          <a:ln w="0">
            <a:noFill/>
            <a:prstDash val="solid"/>
          </a:ln>
        </p:spPr>
        <p:txBody>
          <a:bodyPr anchor="ctr"/>
          <a:lstStyle/>
          <a:p>
            <a:pPr algn="l">
              <a:defRPr sz="1200" b="0">
                <a:solidFill>
                  <a:srgbClr val="E7EEF4"/>
                </a:solidFill>
              </a:defRPr>
            </a:pPr>
            <a:r>
              <a:rPr sz="1200" b="0">
                <a:solidFill>
                  <a:srgbClr val="E7EEF4"/>
                </a:solidFill>
              </a:rPr>
              <a:t>Pruebas prácticas individuales</a:t>
            </a:r>
          </a:p>
        </p:txBody>
      </p:sp>
      <p:sp>
        <p:nvSpPr>
          <p:cNvPr id="16" name="Rectángulo: esquinas redondeadas 15">
            <a:extLst>
              <a:ext uri="{FF2B5EF4-FFF2-40B4-BE49-F238E27FC236}">
                <a16:creationId xmlns:a16="http://schemas.microsoft.com/office/drawing/2014/main" id="{D89C37C4-8DB7-475C-B52B-BA6A8CDDF84F}"/>
              </a:ext>
            </a:extLst>
          </p:cNvPr>
          <p:cNvSpPr>
            <a:spLocks noGrp="1"/>
          </p:cNvSpPr>
          <p:nvPr/>
        </p:nvSpPr>
        <p:spPr>
          <a:xfrm>
            <a:off x="609600" y="4552950"/>
            <a:ext cx="10972800" cy="1047750"/>
          </a:xfrm>
          <a:prstGeom prst="roundRect">
            <a:avLst>
              <a:gd name="adj" fmla="val 14545"/>
            </a:avLst>
          </a:prstGeom>
          <a:solidFill>
            <a:srgbClr val="EDF3F7"/>
          </a:solidFill>
          <a:ln w="9525">
            <a:solidFill>
              <a:srgbClr val="EAF1F6"/>
            </a:solidFill>
            <a:prstDash val="solid"/>
          </a:ln>
        </p:spPr>
      </p:sp>
      <p:sp>
        <p:nvSpPr>
          <p:cNvPr id="17" name="Rectángulo 16">
            <a:extLst>
              <a:ext uri="{FF2B5EF4-FFF2-40B4-BE49-F238E27FC236}">
                <a16:creationId xmlns:a16="http://schemas.microsoft.com/office/drawing/2014/main" id="{81AE2BDF-D178-4F48-82DC-19B59C4FCD2B}"/>
              </a:ext>
            </a:extLst>
          </p:cNvPr>
          <p:cNvSpPr>
            <a:spLocks noGrp="1"/>
          </p:cNvSpPr>
          <p:nvPr/>
        </p:nvSpPr>
        <p:spPr>
          <a:xfrm>
            <a:off x="876300" y="4724400"/>
            <a:ext cx="1428750" cy="590550"/>
          </a:xfrm>
          <a:prstGeom prst="rect">
            <a:avLst/>
          </a:prstGeom>
          <a:noFill/>
          <a:ln w="0">
            <a:noFill/>
            <a:prstDash val="solid"/>
          </a:ln>
        </p:spPr>
        <p:txBody>
          <a:bodyPr anchor="ctr"/>
          <a:lstStyle/>
          <a:p>
            <a:pPr algn="l">
              <a:defRPr sz="2850" b="1">
                <a:solidFill>
                  <a:srgbClr val="F6B94A"/>
                </a:solidFill>
              </a:defRPr>
            </a:pPr>
            <a:r>
              <a:rPr sz="2850" b="1">
                <a:solidFill>
                  <a:srgbClr val="F6B94A"/>
                </a:solidFill>
              </a:rPr>
              <a:t>10%</a:t>
            </a:r>
          </a:p>
        </p:txBody>
      </p:sp>
      <p:sp>
        <p:nvSpPr>
          <p:cNvPr id="18" name="Rectángulo 17">
            <a:extLst>
              <a:ext uri="{FF2B5EF4-FFF2-40B4-BE49-F238E27FC236}">
                <a16:creationId xmlns:a16="http://schemas.microsoft.com/office/drawing/2014/main" id="{E30D956F-FB69-4DC1-8E0C-CCF428AD2A7F}"/>
              </a:ext>
            </a:extLst>
          </p:cNvPr>
          <p:cNvSpPr>
            <a:spLocks noGrp="1"/>
          </p:cNvSpPr>
          <p:nvPr/>
        </p:nvSpPr>
        <p:spPr>
          <a:xfrm>
            <a:off x="2381250" y="4772025"/>
            <a:ext cx="3143250" cy="285750"/>
          </a:xfrm>
          <a:prstGeom prst="rect">
            <a:avLst/>
          </a:prstGeom>
          <a:noFill/>
          <a:ln w="0">
            <a:noFill/>
            <a:prstDash val="solid"/>
          </a:ln>
        </p:spPr>
        <p:txBody>
          <a:bodyPr anchor="ctr"/>
          <a:lstStyle/>
          <a:p>
            <a:pPr algn="l">
              <a:defRPr sz="1275" b="1">
                <a:solidFill>
                  <a:srgbClr val="0B1F3A"/>
                </a:solidFill>
              </a:defRPr>
            </a:pPr>
            <a:r>
              <a:rPr sz="1275" b="1">
                <a:solidFill>
                  <a:srgbClr val="0B1F3A"/>
                </a:solidFill>
              </a:rPr>
              <a:t>PORTFOLIO + DEFENSA</a:t>
            </a:r>
          </a:p>
        </p:txBody>
      </p:sp>
      <p:sp>
        <p:nvSpPr>
          <p:cNvPr id="19" name="Rectángulo 18">
            <a:extLst>
              <a:ext uri="{FF2B5EF4-FFF2-40B4-BE49-F238E27FC236}">
                <a16:creationId xmlns:a16="http://schemas.microsoft.com/office/drawing/2014/main" id="{D9D23758-F8B1-430C-AFD6-578CC4408C12}"/>
              </a:ext>
            </a:extLst>
          </p:cNvPr>
          <p:cNvSpPr>
            <a:spLocks noGrp="1"/>
          </p:cNvSpPr>
          <p:nvPr/>
        </p:nvSpPr>
        <p:spPr>
          <a:xfrm>
            <a:off x="5524500" y="4724400"/>
            <a:ext cx="5619750" cy="495300"/>
          </a:xfrm>
          <a:prstGeom prst="rect">
            <a:avLst/>
          </a:prstGeom>
          <a:noFill/>
          <a:ln w="0">
            <a:noFill/>
            <a:prstDash val="solid"/>
          </a:ln>
        </p:spPr>
        <p:txBody>
          <a:bodyPr anchor="ctr"/>
          <a:lstStyle/>
          <a:p>
            <a:pPr algn="l">
              <a:defRPr sz="1275" b="0">
                <a:solidFill>
                  <a:srgbClr val="60758A"/>
                </a:solidFill>
              </a:defRPr>
            </a:pPr>
            <a:r>
              <a:rPr sz="1275" b="0">
                <a:solidFill>
                  <a:srgbClr val="60758A"/>
                </a:solidFill>
              </a:rPr>
              <a:t>Evidencias, reflexión, orden y capacidad para explicar decisiones.</a:t>
            </a:r>
          </a:p>
        </p:txBody>
      </p:sp>
      <p:sp>
        <p:nvSpPr>
          <p:cNvPr id="20" name="Rectángulo 19">
            <a:extLst>
              <a:ext uri="{FF2B5EF4-FFF2-40B4-BE49-F238E27FC236}">
                <a16:creationId xmlns:a16="http://schemas.microsoft.com/office/drawing/2014/main" id="{4C22CD35-33DC-419D-8E7A-F647D55FCD5A}"/>
              </a:ext>
            </a:extLst>
          </p:cNvPr>
          <p:cNvSpPr>
            <a:spLocks noGrp="1"/>
          </p:cNvSpPr>
          <p:nvPr/>
        </p:nvSpPr>
        <p:spPr>
          <a:xfrm>
            <a:off x="1524000" y="5848350"/>
            <a:ext cx="9144000" cy="323850"/>
          </a:xfrm>
          <a:prstGeom prst="rect">
            <a:avLst/>
          </a:prstGeom>
          <a:noFill/>
          <a:ln w="0">
            <a:noFill/>
            <a:prstDash val="solid"/>
          </a:ln>
        </p:spPr>
        <p:txBody>
          <a:bodyPr anchor="ctr"/>
          <a:lstStyle/>
          <a:p>
            <a:pPr algn="ctr">
              <a:defRPr sz="1425" b="1">
                <a:solidFill>
                  <a:srgbClr val="10243E"/>
                </a:solidFill>
              </a:defRPr>
            </a:pPr>
            <a:r>
              <a:rPr sz="1425" b="1">
                <a:solidFill>
                  <a:srgbClr val="10243E"/>
                </a:solidFill>
              </a:rPr>
              <a:t>Regla de oro: entregar no es el final; revisar y mejorar también cuenta.</a:t>
            </a:r>
          </a:p>
        </p:txBody>
      </p:sp>
      <p:sp>
        <p:nvSpPr>
          <p:cNvPr id="21" name="Rectángulo 20">
            <a:extLst>
              <a:ext uri="{FF2B5EF4-FFF2-40B4-BE49-F238E27FC236}">
                <a16:creationId xmlns:a16="http://schemas.microsoft.com/office/drawing/2014/main" id="{1E35772B-EFB9-4DE1-95F3-0B6283110E85}"/>
              </a:ext>
            </a:extLst>
          </p:cNvPr>
          <p:cNvSpPr>
            <a:spLocks noGrp="1"/>
          </p:cNvSpPr>
          <p:nvPr/>
        </p:nvSpPr>
        <p:spPr>
          <a:xfrm>
            <a:off x="609600" y="6457950"/>
            <a:ext cx="4000500" cy="171450"/>
          </a:xfrm>
          <a:prstGeom prst="rect">
            <a:avLst/>
          </a:prstGeom>
          <a:noFill/>
          <a:ln w="0">
            <a:noFill/>
            <a:prstDash val="solid"/>
          </a:ln>
        </p:spPr>
        <p:txBody>
          <a:bodyPr anchor="ctr"/>
          <a:lstStyle/>
          <a:p>
            <a:pPr algn="l">
              <a:defRPr sz="825" b="1">
                <a:solidFill>
                  <a:srgbClr val="60758A"/>
                </a:solidFill>
              </a:defRPr>
            </a:pPr>
            <a:r>
              <a:rPr sz="825" b="1">
                <a:solidFill>
                  <a:srgbClr val="60758A"/>
                </a:solidFill>
              </a:rPr>
              <a:t>APLICACIONES OFIMÁTICAS · 1º SMX</a:t>
            </a:r>
          </a:p>
        </p:txBody>
      </p:sp>
      <p:sp>
        <p:nvSpPr>
          <p:cNvPr id="22" name="Rectángulo 21">
            <a:extLst>
              <a:ext uri="{FF2B5EF4-FFF2-40B4-BE49-F238E27FC236}">
                <a16:creationId xmlns:a16="http://schemas.microsoft.com/office/drawing/2014/main" id="{45E456BA-95E3-43A3-A2FE-2519D698C401}"/>
              </a:ext>
            </a:extLst>
          </p:cNvPr>
          <p:cNvSpPr>
            <a:spLocks noGrp="1"/>
          </p:cNvSpPr>
          <p:nvPr/>
        </p:nvSpPr>
        <p:spPr>
          <a:xfrm>
            <a:off x="10934700" y="6438900"/>
            <a:ext cx="647700" cy="190500"/>
          </a:xfrm>
          <a:prstGeom prst="rect">
            <a:avLst/>
          </a:prstGeom>
          <a:noFill/>
          <a:ln w="0">
            <a:noFill/>
            <a:prstDash val="solid"/>
          </a:ln>
        </p:spPr>
        <p:txBody>
          <a:bodyPr anchor="ctr"/>
          <a:lstStyle/>
          <a:p>
            <a:pPr algn="r">
              <a:defRPr sz="825" b="1">
                <a:solidFill>
                  <a:srgbClr val="10243E"/>
                </a:solidFill>
              </a:defRPr>
            </a:pPr>
            <a:r>
              <a:rPr sz="825" b="1">
                <a:solidFill>
                  <a:srgbClr val="10243E"/>
                </a:solidFill>
              </a:rPr>
              <a:t>06</a:t>
            </a:r>
          </a:p>
        </p:txBody>
      </p:sp>
    </p:spTree>
    <p:extLst>
      <p:ext uri="{BB962C8B-B14F-4D97-AF65-F5344CB8AC3E}">
        <p14:creationId xmlns:p14="http://schemas.microsoft.com/office/powerpoint/2010/main" val="9235894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1" name="Rectángulo 20">
            <a:extLst>
              <a:ext uri="{FF2B5EF4-FFF2-40B4-BE49-F238E27FC236}">
                <a16:creationId xmlns:a16="http://schemas.microsoft.com/office/drawing/2014/main" id="{7B23DA6B-2BEA-4E1A-8BC1-E410F56EDACE}"/>
              </a:ext>
            </a:extLst>
          </p:cNvPr>
          <p:cNvSpPr>
            <a:spLocks noGrp="1"/>
          </p:cNvSpPr>
          <p:nvPr/>
        </p:nvSpPr>
        <p:spPr>
          <a:xfrm>
            <a:off x="609600" y="400050"/>
            <a:ext cx="5143500" cy="247650"/>
          </a:xfrm>
          <a:prstGeom prst="rect">
            <a:avLst/>
          </a:prstGeom>
          <a:noFill/>
          <a:ln w="0">
            <a:noFill/>
            <a:prstDash val="solid"/>
          </a:ln>
        </p:spPr>
        <p:txBody>
          <a:bodyPr anchor="ctr"/>
          <a:lstStyle/>
          <a:p>
            <a:pPr algn="l">
              <a:defRPr sz="975" b="1">
                <a:solidFill>
                  <a:srgbClr val="60758A"/>
                </a:solidFill>
              </a:defRPr>
            </a:pPr>
            <a:r>
              <a:rPr sz="975" b="1">
                <a:solidFill>
                  <a:srgbClr val="60758A"/>
                </a:solidFill>
              </a:rPr>
              <a:t>APRENDER DENTRO Y FUERA DEL AULA</a:t>
            </a:r>
          </a:p>
        </p:txBody>
      </p:sp>
      <p:sp>
        <p:nvSpPr>
          <p:cNvPr id="2" name="Rectángulo 1">
            <a:extLst>
              <a:ext uri="{FF2B5EF4-FFF2-40B4-BE49-F238E27FC236}">
                <a16:creationId xmlns:a16="http://schemas.microsoft.com/office/drawing/2014/main" id="{EC38270B-E10C-43CD-A953-2103638318BB}"/>
              </a:ext>
            </a:extLst>
          </p:cNvPr>
          <p:cNvSpPr>
            <a:spLocks noGrp="1"/>
          </p:cNvSpPr>
          <p:nvPr/>
        </p:nvSpPr>
        <p:spPr>
          <a:xfrm>
            <a:off x="609600" y="685800"/>
            <a:ext cx="10858500" cy="666750"/>
          </a:xfrm>
          <a:prstGeom prst="rect">
            <a:avLst/>
          </a:prstGeom>
          <a:noFill/>
          <a:ln w="0">
            <a:noFill/>
            <a:prstDash val="solid"/>
          </a:ln>
        </p:spPr>
        <p:txBody>
          <a:bodyPr anchor="ctr"/>
          <a:lstStyle/>
          <a:p>
            <a:pPr algn="l">
              <a:defRPr sz="2850" b="1">
                <a:solidFill>
                  <a:srgbClr val="0B1F3A"/>
                </a:solidFill>
              </a:defRPr>
            </a:pPr>
            <a:r>
              <a:rPr sz="2850" b="1">
                <a:solidFill>
                  <a:srgbClr val="0B1F3A"/>
                </a:solidFill>
              </a:rPr>
              <a:t>224 horas para convertir herramientas en soluciones.</a:t>
            </a:r>
          </a:p>
        </p:txBody>
      </p:sp>
      <p:sp>
        <p:nvSpPr>
          <p:cNvPr id="3" name="Rectángulo 2">
            <a:extLst>
              <a:ext uri="{FF2B5EF4-FFF2-40B4-BE49-F238E27FC236}">
                <a16:creationId xmlns:a16="http://schemas.microsoft.com/office/drawing/2014/main" id="{7127D434-7666-4C05-A6DB-6E5B0444A905}"/>
              </a:ext>
            </a:extLst>
          </p:cNvPr>
          <p:cNvSpPr>
            <a:spLocks noGrp="1"/>
          </p:cNvSpPr>
          <p:nvPr/>
        </p:nvSpPr>
        <p:spPr>
          <a:xfrm>
            <a:off x="609600" y="1428750"/>
            <a:ext cx="10972800" cy="19050"/>
          </a:xfrm>
          <a:prstGeom prst="rect">
            <a:avLst/>
          </a:prstGeom>
          <a:solidFill>
            <a:srgbClr val="EAF1F6"/>
          </a:solidFill>
          <a:ln w="0">
            <a:noFill/>
            <a:prstDash val="solid"/>
          </a:ln>
        </p:spPr>
      </p:sp>
      <p:sp>
        <p:nvSpPr>
          <p:cNvPr id="4" name="Rectángulo: esquinas redondeadas 3">
            <a:extLst>
              <a:ext uri="{FF2B5EF4-FFF2-40B4-BE49-F238E27FC236}">
                <a16:creationId xmlns:a16="http://schemas.microsoft.com/office/drawing/2014/main" id="{79C81663-83C7-4B36-A153-F2B11B40594B}"/>
              </a:ext>
            </a:extLst>
          </p:cNvPr>
          <p:cNvSpPr>
            <a:spLocks noGrp="1"/>
          </p:cNvSpPr>
          <p:nvPr/>
        </p:nvSpPr>
        <p:spPr>
          <a:xfrm>
            <a:off x="609600" y="1952625"/>
            <a:ext cx="3333750" cy="2381250"/>
          </a:xfrm>
          <a:prstGeom prst="roundRect">
            <a:avLst>
              <a:gd name="adj" fmla="val 6400"/>
            </a:avLst>
          </a:prstGeom>
          <a:solidFill>
            <a:srgbClr val="FFFFFF"/>
          </a:solidFill>
          <a:ln w="19050">
            <a:solidFill>
              <a:srgbClr val="EAF1F6"/>
            </a:solidFill>
            <a:prstDash val="solid"/>
          </a:ln>
        </p:spPr>
      </p:sp>
      <p:sp>
        <p:nvSpPr>
          <p:cNvPr id="5" name="Rectángulo 4">
            <a:extLst>
              <a:ext uri="{FF2B5EF4-FFF2-40B4-BE49-F238E27FC236}">
                <a16:creationId xmlns:a16="http://schemas.microsoft.com/office/drawing/2014/main" id="{9DE1A1DE-4922-44E7-823A-D6C1AA546AC0}"/>
              </a:ext>
            </a:extLst>
          </p:cNvPr>
          <p:cNvSpPr>
            <a:spLocks noGrp="1"/>
          </p:cNvSpPr>
          <p:nvPr/>
        </p:nvSpPr>
        <p:spPr>
          <a:xfrm>
            <a:off x="876300" y="2209800"/>
            <a:ext cx="2800350" cy="742950"/>
          </a:xfrm>
          <a:prstGeom prst="rect">
            <a:avLst/>
          </a:prstGeom>
          <a:noFill/>
          <a:ln w="0">
            <a:noFill/>
            <a:prstDash val="solid"/>
          </a:ln>
        </p:spPr>
        <p:txBody>
          <a:bodyPr anchor="ctr"/>
          <a:lstStyle/>
          <a:p>
            <a:pPr algn="l">
              <a:defRPr sz="3600" b="1">
                <a:solidFill>
                  <a:srgbClr val="0B1F3A"/>
                </a:solidFill>
              </a:defRPr>
            </a:pPr>
            <a:r>
              <a:rPr sz="3600" b="1">
                <a:solidFill>
                  <a:srgbClr val="0B1F3A"/>
                </a:solidFill>
              </a:rPr>
              <a:t>224 h</a:t>
            </a:r>
          </a:p>
        </p:txBody>
      </p:sp>
      <p:sp>
        <p:nvSpPr>
          <p:cNvPr id="6" name="Rectángulo 5">
            <a:extLst>
              <a:ext uri="{FF2B5EF4-FFF2-40B4-BE49-F238E27FC236}">
                <a16:creationId xmlns:a16="http://schemas.microsoft.com/office/drawing/2014/main" id="{0C660A9D-57CB-4C26-AFD0-63180B279FFE}"/>
              </a:ext>
            </a:extLst>
          </p:cNvPr>
          <p:cNvSpPr>
            <a:spLocks noGrp="1"/>
          </p:cNvSpPr>
          <p:nvPr/>
        </p:nvSpPr>
        <p:spPr>
          <a:xfrm>
            <a:off x="876300" y="3105150"/>
            <a:ext cx="2800350" cy="285750"/>
          </a:xfrm>
          <a:prstGeom prst="rect">
            <a:avLst/>
          </a:prstGeom>
          <a:noFill/>
          <a:ln w="0">
            <a:noFill/>
            <a:prstDash val="solid"/>
          </a:ln>
        </p:spPr>
        <p:txBody>
          <a:bodyPr anchor="ctr"/>
          <a:lstStyle/>
          <a:p>
            <a:pPr algn="l">
              <a:defRPr sz="1200" b="1">
                <a:solidFill>
                  <a:srgbClr val="10243E"/>
                </a:solidFill>
              </a:defRPr>
            </a:pPr>
            <a:r>
              <a:rPr sz="1200" b="1">
                <a:solidFill>
                  <a:srgbClr val="10243E"/>
                </a:solidFill>
              </a:rPr>
              <a:t>MÓDULO COMPLETO</a:t>
            </a:r>
          </a:p>
        </p:txBody>
      </p:sp>
      <p:sp>
        <p:nvSpPr>
          <p:cNvPr id="7" name="Rectángulo 6">
            <a:extLst>
              <a:ext uri="{FF2B5EF4-FFF2-40B4-BE49-F238E27FC236}">
                <a16:creationId xmlns:a16="http://schemas.microsoft.com/office/drawing/2014/main" id="{8CD19128-6375-4E37-9D9D-9D5689373FAD}"/>
              </a:ext>
            </a:extLst>
          </p:cNvPr>
          <p:cNvSpPr>
            <a:spLocks noGrp="1"/>
          </p:cNvSpPr>
          <p:nvPr/>
        </p:nvSpPr>
        <p:spPr>
          <a:xfrm>
            <a:off x="876300" y="3524250"/>
            <a:ext cx="2800350" cy="438150"/>
          </a:xfrm>
          <a:prstGeom prst="rect">
            <a:avLst/>
          </a:prstGeom>
          <a:noFill/>
          <a:ln w="0">
            <a:noFill/>
            <a:prstDash val="solid"/>
          </a:ln>
        </p:spPr>
        <p:txBody>
          <a:bodyPr anchor="ctr"/>
          <a:lstStyle/>
          <a:p>
            <a:pPr algn="l">
              <a:defRPr sz="1275" b="0">
                <a:solidFill>
                  <a:srgbClr val="60758A"/>
                </a:solidFill>
              </a:defRPr>
            </a:pPr>
            <a:r>
              <a:rPr sz="1275" b="0">
                <a:solidFill>
                  <a:srgbClr val="60758A"/>
                </a:solidFill>
              </a:rPr>
              <a:t>El recorrido anual</a:t>
            </a:r>
          </a:p>
        </p:txBody>
      </p:sp>
      <p:sp>
        <p:nvSpPr>
          <p:cNvPr id="8" name="Rectángulo: esquinas redondeadas 7">
            <a:extLst>
              <a:ext uri="{FF2B5EF4-FFF2-40B4-BE49-F238E27FC236}">
                <a16:creationId xmlns:a16="http://schemas.microsoft.com/office/drawing/2014/main" id="{C16C8B62-95BB-4D50-9779-06DB9DC61657}"/>
              </a:ext>
            </a:extLst>
          </p:cNvPr>
          <p:cNvSpPr>
            <a:spLocks noGrp="1"/>
          </p:cNvSpPr>
          <p:nvPr/>
        </p:nvSpPr>
        <p:spPr>
          <a:xfrm>
            <a:off x="4248150" y="1952625"/>
            <a:ext cx="3333750" cy="2381250"/>
          </a:xfrm>
          <a:prstGeom prst="roundRect">
            <a:avLst>
              <a:gd name="adj" fmla="val 6400"/>
            </a:avLst>
          </a:prstGeom>
          <a:solidFill>
            <a:srgbClr val="FFFFFF"/>
          </a:solidFill>
          <a:ln w="19050">
            <a:solidFill>
              <a:srgbClr val="EAF1F6"/>
            </a:solidFill>
            <a:prstDash val="solid"/>
          </a:ln>
        </p:spPr>
      </p:sp>
      <p:sp>
        <p:nvSpPr>
          <p:cNvPr id="9" name="Rectángulo 8">
            <a:extLst>
              <a:ext uri="{FF2B5EF4-FFF2-40B4-BE49-F238E27FC236}">
                <a16:creationId xmlns:a16="http://schemas.microsoft.com/office/drawing/2014/main" id="{CF011C2F-E3C7-4232-B4BF-33EE5A086F6B}"/>
              </a:ext>
            </a:extLst>
          </p:cNvPr>
          <p:cNvSpPr>
            <a:spLocks noGrp="1"/>
          </p:cNvSpPr>
          <p:nvPr/>
        </p:nvSpPr>
        <p:spPr>
          <a:xfrm>
            <a:off x="4514850" y="2209800"/>
            <a:ext cx="2800350" cy="742950"/>
          </a:xfrm>
          <a:prstGeom prst="rect">
            <a:avLst/>
          </a:prstGeom>
          <a:noFill/>
          <a:ln w="0">
            <a:noFill/>
            <a:prstDash val="solid"/>
          </a:ln>
        </p:spPr>
        <p:txBody>
          <a:bodyPr anchor="ctr"/>
          <a:lstStyle/>
          <a:p>
            <a:pPr algn="l">
              <a:defRPr sz="3600" b="1">
                <a:solidFill>
                  <a:srgbClr val="22C9C3"/>
                </a:solidFill>
              </a:defRPr>
            </a:pPr>
            <a:r>
              <a:rPr sz="3600" b="1">
                <a:solidFill>
                  <a:srgbClr val="22C9C3"/>
                </a:solidFill>
              </a:rPr>
              <a:t>189 h</a:t>
            </a:r>
          </a:p>
        </p:txBody>
      </p:sp>
      <p:sp>
        <p:nvSpPr>
          <p:cNvPr id="10" name="Rectángulo 9">
            <a:extLst>
              <a:ext uri="{FF2B5EF4-FFF2-40B4-BE49-F238E27FC236}">
                <a16:creationId xmlns:a16="http://schemas.microsoft.com/office/drawing/2014/main" id="{898F0522-A591-4935-B0C4-377E3853BC54}"/>
              </a:ext>
            </a:extLst>
          </p:cNvPr>
          <p:cNvSpPr>
            <a:spLocks noGrp="1"/>
          </p:cNvSpPr>
          <p:nvPr/>
        </p:nvSpPr>
        <p:spPr>
          <a:xfrm>
            <a:off x="4514850" y="3105150"/>
            <a:ext cx="2800350" cy="285750"/>
          </a:xfrm>
          <a:prstGeom prst="rect">
            <a:avLst/>
          </a:prstGeom>
          <a:noFill/>
          <a:ln w="0">
            <a:noFill/>
            <a:prstDash val="solid"/>
          </a:ln>
        </p:spPr>
        <p:txBody>
          <a:bodyPr anchor="ctr"/>
          <a:lstStyle/>
          <a:p>
            <a:pPr algn="l">
              <a:defRPr sz="1200" b="1">
                <a:solidFill>
                  <a:srgbClr val="10243E"/>
                </a:solidFill>
              </a:defRPr>
            </a:pPr>
            <a:r>
              <a:rPr sz="1200" b="1">
                <a:solidFill>
                  <a:srgbClr val="10243E"/>
                </a:solidFill>
              </a:rPr>
              <a:t>EN EL CENTRO</a:t>
            </a:r>
          </a:p>
        </p:txBody>
      </p:sp>
      <p:sp>
        <p:nvSpPr>
          <p:cNvPr id="11" name="Rectángulo 10">
            <a:extLst>
              <a:ext uri="{FF2B5EF4-FFF2-40B4-BE49-F238E27FC236}">
                <a16:creationId xmlns:a16="http://schemas.microsoft.com/office/drawing/2014/main" id="{49A8D2B5-46BB-44C5-8D73-F43AB72B4F9C}"/>
              </a:ext>
            </a:extLst>
          </p:cNvPr>
          <p:cNvSpPr>
            <a:spLocks noGrp="1"/>
          </p:cNvSpPr>
          <p:nvPr/>
        </p:nvSpPr>
        <p:spPr>
          <a:xfrm>
            <a:off x="4514850" y="3524250"/>
            <a:ext cx="2800350" cy="438150"/>
          </a:xfrm>
          <a:prstGeom prst="rect">
            <a:avLst/>
          </a:prstGeom>
          <a:noFill/>
          <a:ln w="0">
            <a:noFill/>
            <a:prstDash val="solid"/>
          </a:ln>
        </p:spPr>
        <p:txBody>
          <a:bodyPr anchor="ctr"/>
          <a:lstStyle/>
          <a:p>
            <a:pPr algn="l">
              <a:defRPr sz="1275" b="0">
                <a:solidFill>
                  <a:srgbClr val="60758A"/>
                </a:solidFill>
              </a:defRPr>
            </a:pPr>
            <a:r>
              <a:rPr sz="1275" b="0">
                <a:solidFill>
                  <a:srgbClr val="60758A"/>
                </a:solidFill>
              </a:rPr>
              <a:t>Explicar, practicar y crear</a:t>
            </a:r>
          </a:p>
        </p:txBody>
      </p:sp>
      <p:sp>
        <p:nvSpPr>
          <p:cNvPr id="12" name="Rectángulo: esquinas redondeadas 11">
            <a:extLst>
              <a:ext uri="{FF2B5EF4-FFF2-40B4-BE49-F238E27FC236}">
                <a16:creationId xmlns:a16="http://schemas.microsoft.com/office/drawing/2014/main" id="{AD65ED65-BD46-459D-B321-F1059CFA6568}"/>
              </a:ext>
            </a:extLst>
          </p:cNvPr>
          <p:cNvSpPr>
            <a:spLocks noGrp="1"/>
          </p:cNvSpPr>
          <p:nvPr/>
        </p:nvSpPr>
        <p:spPr>
          <a:xfrm>
            <a:off x="7886700" y="1952625"/>
            <a:ext cx="3333750" cy="2381250"/>
          </a:xfrm>
          <a:prstGeom prst="roundRect">
            <a:avLst>
              <a:gd name="adj" fmla="val 6400"/>
            </a:avLst>
          </a:prstGeom>
          <a:solidFill>
            <a:srgbClr val="FFFFFF"/>
          </a:solidFill>
          <a:ln w="19050">
            <a:solidFill>
              <a:srgbClr val="EAF1F6"/>
            </a:solidFill>
            <a:prstDash val="solid"/>
          </a:ln>
        </p:spPr>
      </p:sp>
      <p:sp>
        <p:nvSpPr>
          <p:cNvPr id="13" name="Rectángulo 12">
            <a:extLst>
              <a:ext uri="{FF2B5EF4-FFF2-40B4-BE49-F238E27FC236}">
                <a16:creationId xmlns:a16="http://schemas.microsoft.com/office/drawing/2014/main" id="{83E2FA2D-20FD-42ED-B98D-6C7520DEC307}"/>
              </a:ext>
            </a:extLst>
          </p:cNvPr>
          <p:cNvSpPr>
            <a:spLocks noGrp="1"/>
          </p:cNvSpPr>
          <p:nvPr/>
        </p:nvSpPr>
        <p:spPr>
          <a:xfrm>
            <a:off x="8153400" y="2209800"/>
            <a:ext cx="2800350" cy="742950"/>
          </a:xfrm>
          <a:prstGeom prst="rect">
            <a:avLst/>
          </a:prstGeom>
          <a:noFill/>
          <a:ln w="0">
            <a:noFill/>
            <a:prstDash val="solid"/>
          </a:ln>
        </p:spPr>
        <p:txBody>
          <a:bodyPr anchor="ctr"/>
          <a:lstStyle/>
          <a:p>
            <a:pPr algn="l">
              <a:defRPr sz="3600" b="1">
                <a:solidFill>
                  <a:srgbClr val="F26B4E"/>
                </a:solidFill>
              </a:defRPr>
            </a:pPr>
            <a:r>
              <a:rPr sz="3600" b="1">
                <a:solidFill>
                  <a:srgbClr val="F26B4E"/>
                </a:solidFill>
              </a:rPr>
              <a:t>35 h</a:t>
            </a:r>
          </a:p>
        </p:txBody>
      </p:sp>
      <p:sp>
        <p:nvSpPr>
          <p:cNvPr id="14" name="Rectángulo 13">
            <a:extLst>
              <a:ext uri="{FF2B5EF4-FFF2-40B4-BE49-F238E27FC236}">
                <a16:creationId xmlns:a16="http://schemas.microsoft.com/office/drawing/2014/main" id="{AB0B259A-67FD-4C31-81B4-C1982130F63A}"/>
              </a:ext>
            </a:extLst>
          </p:cNvPr>
          <p:cNvSpPr>
            <a:spLocks noGrp="1"/>
          </p:cNvSpPr>
          <p:nvPr/>
        </p:nvSpPr>
        <p:spPr>
          <a:xfrm>
            <a:off x="8153400" y="3105150"/>
            <a:ext cx="2800350" cy="285750"/>
          </a:xfrm>
          <a:prstGeom prst="rect">
            <a:avLst/>
          </a:prstGeom>
          <a:noFill/>
          <a:ln w="0">
            <a:noFill/>
            <a:prstDash val="solid"/>
          </a:ln>
        </p:spPr>
        <p:txBody>
          <a:bodyPr anchor="ctr"/>
          <a:lstStyle/>
          <a:p>
            <a:pPr algn="l">
              <a:defRPr sz="1200" b="1">
                <a:solidFill>
                  <a:srgbClr val="10243E"/>
                </a:solidFill>
              </a:defRPr>
            </a:pPr>
            <a:r>
              <a:rPr sz="1200" b="1">
                <a:solidFill>
                  <a:srgbClr val="10243E"/>
                </a:solidFill>
              </a:rPr>
              <a:t>EN LA EMPRESA</a:t>
            </a:r>
          </a:p>
        </p:txBody>
      </p:sp>
      <p:sp>
        <p:nvSpPr>
          <p:cNvPr id="15" name="Rectángulo 14">
            <a:extLst>
              <a:ext uri="{FF2B5EF4-FFF2-40B4-BE49-F238E27FC236}">
                <a16:creationId xmlns:a16="http://schemas.microsoft.com/office/drawing/2014/main" id="{C2034012-1CBD-43C2-BA00-F21A52E17005}"/>
              </a:ext>
            </a:extLst>
          </p:cNvPr>
          <p:cNvSpPr>
            <a:spLocks noGrp="1"/>
          </p:cNvSpPr>
          <p:nvPr/>
        </p:nvSpPr>
        <p:spPr>
          <a:xfrm>
            <a:off x="8153400" y="3524250"/>
            <a:ext cx="2800350" cy="438150"/>
          </a:xfrm>
          <a:prstGeom prst="rect">
            <a:avLst/>
          </a:prstGeom>
          <a:noFill/>
          <a:ln w="0">
            <a:noFill/>
            <a:prstDash val="solid"/>
          </a:ln>
        </p:spPr>
        <p:txBody>
          <a:bodyPr anchor="ctr"/>
          <a:lstStyle/>
          <a:p>
            <a:pPr algn="l">
              <a:defRPr sz="1275" b="0">
                <a:solidFill>
                  <a:srgbClr val="60758A"/>
                </a:solidFill>
              </a:defRPr>
            </a:pPr>
            <a:r>
              <a:rPr sz="1275" b="0">
                <a:solidFill>
                  <a:srgbClr val="60758A"/>
                </a:solidFill>
              </a:rPr>
              <a:t>Aplicar en contexto real</a:t>
            </a:r>
          </a:p>
        </p:txBody>
      </p:sp>
      <p:sp>
        <p:nvSpPr>
          <p:cNvPr id="16" name="Rectángulo: esquinas redondeadas 15">
            <a:extLst>
              <a:ext uri="{FF2B5EF4-FFF2-40B4-BE49-F238E27FC236}">
                <a16:creationId xmlns:a16="http://schemas.microsoft.com/office/drawing/2014/main" id="{B0ADC2FB-E43F-4041-9863-9ADE4EAF5BCA}"/>
              </a:ext>
            </a:extLst>
          </p:cNvPr>
          <p:cNvSpPr>
            <a:spLocks noGrp="1"/>
          </p:cNvSpPr>
          <p:nvPr/>
        </p:nvSpPr>
        <p:spPr>
          <a:xfrm>
            <a:off x="1524000" y="4667250"/>
            <a:ext cx="9144000" cy="933450"/>
          </a:xfrm>
          <a:prstGeom prst="roundRect">
            <a:avLst>
              <a:gd name="adj" fmla="val 16327"/>
            </a:avLst>
          </a:prstGeom>
          <a:solidFill>
            <a:srgbClr val="0B1F3A"/>
          </a:solidFill>
          <a:ln w="0">
            <a:solidFill>
              <a:srgbClr val="0B1F3A"/>
            </a:solidFill>
            <a:prstDash val="solid"/>
          </a:ln>
        </p:spPr>
      </p:sp>
      <p:sp>
        <p:nvSpPr>
          <p:cNvPr id="17" name="Rectángulo 16">
            <a:extLst>
              <a:ext uri="{FF2B5EF4-FFF2-40B4-BE49-F238E27FC236}">
                <a16:creationId xmlns:a16="http://schemas.microsoft.com/office/drawing/2014/main" id="{7D5C8059-8491-43FE-B5AD-D6F77BB72076}"/>
              </a:ext>
            </a:extLst>
          </p:cNvPr>
          <p:cNvSpPr>
            <a:spLocks noGrp="1"/>
          </p:cNvSpPr>
          <p:nvPr/>
        </p:nvSpPr>
        <p:spPr>
          <a:xfrm>
            <a:off x="1809750" y="4857750"/>
            <a:ext cx="952500" cy="400050"/>
          </a:xfrm>
          <a:prstGeom prst="rect">
            <a:avLst/>
          </a:prstGeom>
          <a:noFill/>
          <a:ln w="0">
            <a:noFill/>
            <a:prstDash val="solid"/>
          </a:ln>
        </p:spPr>
        <p:txBody>
          <a:bodyPr anchor="ctr"/>
          <a:lstStyle/>
          <a:p>
            <a:pPr algn="l">
              <a:defRPr sz="1875" b="1">
                <a:solidFill>
                  <a:srgbClr val="F6B94A"/>
                </a:solidFill>
              </a:defRPr>
            </a:pPr>
            <a:r>
              <a:rPr sz="1875" b="1">
                <a:solidFill>
                  <a:srgbClr val="F6B94A"/>
                </a:solidFill>
              </a:rPr>
              <a:t>RA9</a:t>
            </a:r>
          </a:p>
        </p:txBody>
      </p:sp>
      <p:sp>
        <p:nvSpPr>
          <p:cNvPr id="18" name="Rectángulo 17">
            <a:extLst>
              <a:ext uri="{FF2B5EF4-FFF2-40B4-BE49-F238E27FC236}">
                <a16:creationId xmlns:a16="http://schemas.microsoft.com/office/drawing/2014/main" id="{5294997D-7AEF-4652-89AC-03E57C9A74BA}"/>
              </a:ext>
            </a:extLst>
          </p:cNvPr>
          <p:cNvSpPr>
            <a:spLocks noGrp="1"/>
          </p:cNvSpPr>
          <p:nvPr/>
        </p:nvSpPr>
        <p:spPr>
          <a:xfrm>
            <a:off x="2857500" y="4838700"/>
            <a:ext cx="7334250" cy="438150"/>
          </a:xfrm>
          <a:prstGeom prst="rect">
            <a:avLst/>
          </a:prstGeom>
          <a:noFill/>
          <a:ln w="0">
            <a:noFill/>
            <a:prstDash val="solid"/>
          </a:ln>
        </p:spPr>
        <p:txBody>
          <a:bodyPr anchor="ctr"/>
          <a:lstStyle/>
          <a:p>
            <a:pPr algn="l">
              <a:defRPr sz="1500" b="1">
                <a:solidFill>
                  <a:srgbClr val="FFFFFF"/>
                </a:solidFill>
              </a:defRPr>
            </a:pPr>
            <a:r>
              <a:rPr sz="1500" b="1">
                <a:solidFill>
                  <a:srgbClr val="FFFFFF"/>
                </a:solidFill>
              </a:rPr>
              <a:t>Atender, documentar y resolver necesidades del usuario.</a:t>
            </a:r>
          </a:p>
        </p:txBody>
      </p:sp>
      <p:sp>
        <p:nvSpPr>
          <p:cNvPr id="19" name="Rectángulo 18">
            <a:extLst>
              <a:ext uri="{FF2B5EF4-FFF2-40B4-BE49-F238E27FC236}">
                <a16:creationId xmlns:a16="http://schemas.microsoft.com/office/drawing/2014/main" id="{5EC16B55-A534-4873-A48F-47AB927F8D61}"/>
              </a:ext>
            </a:extLst>
          </p:cNvPr>
          <p:cNvSpPr>
            <a:spLocks noGrp="1"/>
          </p:cNvSpPr>
          <p:nvPr/>
        </p:nvSpPr>
        <p:spPr>
          <a:xfrm>
            <a:off x="609600" y="6457950"/>
            <a:ext cx="4000500" cy="171450"/>
          </a:xfrm>
          <a:prstGeom prst="rect">
            <a:avLst/>
          </a:prstGeom>
          <a:noFill/>
          <a:ln w="0">
            <a:noFill/>
            <a:prstDash val="solid"/>
          </a:ln>
        </p:spPr>
        <p:txBody>
          <a:bodyPr anchor="ctr"/>
          <a:lstStyle/>
          <a:p>
            <a:pPr algn="l">
              <a:defRPr sz="825" b="1">
                <a:solidFill>
                  <a:srgbClr val="60758A"/>
                </a:solidFill>
              </a:defRPr>
            </a:pPr>
            <a:r>
              <a:rPr sz="825" b="1">
                <a:solidFill>
                  <a:srgbClr val="60758A"/>
                </a:solidFill>
              </a:rPr>
              <a:t>APLICACIONES OFIMÁTICAS · 1º SMX</a:t>
            </a:r>
          </a:p>
        </p:txBody>
      </p:sp>
      <p:sp>
        <p:nvSpPr>
          <p:cNvPr id="20" name="Rectángulo 19">
            <a:extLst>
              <a:ext uri="{FF2B5EF4-FFF2-40B4-BE49-F238E27FC236}">
                <a16:creationId xmlns:a16="http://schemas.microsoft.com/office/drawing/2014/main" id="{2407721E-206B-4A3E-AC69-C5EF5F504198}"/>
              </a:ext>
            </a:extLst>
          </p:cNvPr>
          <p:cNvSpPr>
            <a:spLocks noGrp="1"/>
          </p:cNvSpPr>
          <p:nvPr/>
        </p:nvSpPr>
        <p:spPr>
          <a:xfrm>
            <a:off x="10934700" y="6438900"/>
            <a:ext cx="647700" cy="190500"/>
          </a:xfrm>
          <a:prstGeom prst="rect">
            <a:avLst/>
          </a:prstGeom>
          <a:noFill/>
          <a:ln w="0">
            <a:noFill/>
            <a:prstDash val="solid"/>
          </a:ln>
        </p:spPr>
        <p:txBody>
          <a:bodyPr anchor="ctr"/>
          <a:lstStyle/>
          <a:p>
            <a:pPr algn="r">
              <a:defRPr sz="825" b="1">
                <a:solidFill>
                  <a:srgbClr val="10243E"/>
                </a:solidFill>
              </a:defRPr>
            </a:pPr>
            <a:r>
              <a:rPr sz="825" b="1">
                <a:solidFill>
                  <a:srgbClr val="10243E"/>
                </a:solidFill>
              </a:rPr>
              <a:t>07</a:t>
            </a:r>
          </a:p>
        </p:txBody>
      </p:sp>
    </p:spTree>
    <p:extLst>
      <p:ext uri="{BB962C8B-B14F-4D97-AF65-F5344CB8AC3E}">
        <p14:creationId xmlns:p14="http://schemas.microsoft.com/office/powerpoint/2010/main" val="16534016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1F3A"/>
        </a:solidFill>
        <a:effectLst/>
      </p:bgPr>
    </p:bg>
    <p:spTree>
      <p:nvGrpSpPr>
        <p:cNvPr id="1" name=""/>
        <p:cNvGrpSpPr/>
        <p:nvPr/>
      </p:nvGrpSpPr>
      <p:grpSpPr>
        <a:xfrm>
          <a:off x="0" y="0"/>
          <a:ext cx="0" cy="0"/>
          <a:chOff x="0" y="0"/>
          <a:chExt cx="0" cy="0"/>
        </a:xfrm>
      </p:grpSpPr>
      <p:sp>
        <p:nvSpPr>
          <p:cNvPr id="18" name="Rectángulo 17">
            <a:extLst>
              <a:ext uri="{FF2B5EF4-FFF2-40B4-BE49-F238E27FC236}">
                <a16:creationId xmlns:a16="http://schemas.microsoft.com/office/drawing/2014/main" id="{F1A10797-43E6-4FF8-A201-E89FBC3D5875}"/>
              </a:ext>
            </a:extLst>
          </p:cNvPr>
          <p:cNvSpPr>
            <a:spLocks noGrp="1"/>
          </p:cNvSpPr>
          <p:nvPr/>
        </p:nvSpPr>
        <p:spPr>
          <a:xfrm>
            <a:off x="609600" y="457200"/>
            <a:ext cx="2857500" cy="266700"/>
          </a:xfrm>
          <a:prstGeom prst="rect">
            <a:avLst/>
          </a:prstGeom>
          <a:noFill/>
          <a:ln w="0">
            <a:noFill/>
            <a:prstDash val="solid"/>
          </a:ln>
        </p:spPr>
        <p:txBody>
          <a:bodyPr anchor="ctr"/>
          <a:lstStyle/>
          <a:p>
            <a:pPr algn="l">
              <a:defRPr sz="1050" b="1">
                <a:solidFill>
                  <a:srgbClr val="22C9C3"/>
                </a:solidFill>
              </a:defRPr>
            </a:pPr>
            <a:r>
              <a:rPr sz="1050" b="1">
                <a:solidFill>
                  <a:srgbClr val="22C9C3"/>
                </a:solidFill>
              </a:rPr>
              <a:t>PRIMER ENCARGO</a:t>
            </a:r>
          </a:p>
        </p:txBody>
      </p:sp>
      <p:sp>
        <p:nvSpPr>
          <p:cNvPr id="2" name="Rectángulo 1">
            <a:extLst>
              <a:ext uri="{FF2B5EF4-FFF2-40B4-BE49-F238E27FC236}">
                <a16:creationId xmlns:a16="http://schemas.microsoft.com/office/drawing/2014/main" id="{1E578636-800B-434E-BC5A-08DB2AC047B1}"/>
              </a:ext>
            </a:extLst>
          </p:cNvPr>
          <p:cNvSpPr>
            <a:spLocks noGrp="1"/>
          </p:cNvSpPr>
          <p:nvPr/>
        </p:nvSpPr>
        <p:spPr>
          <a:xfrm>
            <a:off x="609600" y="952500"/>
            <a:ext cx="6477000" cy="1428750"/>
          </a:xfrm>
          <a:prstGeom prst="rect">
            <a:avLst/>
          </a:prstGeom>
          <a:noFill/>
          <a:ln w="0">
            <a:noFill/>
            <a:prstDash val="solid"/>
          </a:ln>
        </p:spPr>
        <p:txBody>
          <a:bodyPr anchor="ctr"/>
          <a:lstStyle/>
          <a:p>
            <a:pPr algn="l">
              <a:defRPr sz="3750" b="1">
                <a:solidFill>
                  <a:srgbClr val="FFFFFF"/>
                </a:solidFill>
              </a:defRPr>
            </a:pPr>
            <a:r>
              <a:rPr sz="3750" b="1">
                <a:solidFill>
                  <a:srgbClr val="FFFFFF"/>
                </a:solidFill>
              </a:rPr>
              <a:t>Hoy fundamos</a:t>
            </a:r>
          </a:p>
          <a:p>
            <a:pPr algn="l">
              <a:defRPr sz="3750" b="1">
                <a:solidFill>
                  <a:srgbClr val="FFFFFF"/>
                </a:solidFill>
              </a:defRPr>
            </a:pPr>
            <a:r>
              <a:rPr sz="3750" b="1">
                <a:solidFill>
                  <a:srgbClr val="FFFFFF"/>
                </a:solidFill>
              </a:rPr>
              <a:t>la empresa.</a:t>
            </a:r>
          </a:p>
        </p:txBody>
      </p:sp>
      <p:sp>
        <p:nvSpPr>
          <p:cNvPr id="3" name="Rectángulo 2">
            <a:extLst>
              <a:ext uri="{FF2B5EF4-FFF2-40B4-BE49-F238E27FC236}">
                <a16:creationId xmlns:a16="http://schemas.microsoft.com/office/drawing/2014/main" id="{DF8D786C-6B0F-40B8-90FC-0ED2F6656CB6}"/>
              </a:ext>
            </a:extLst>
          </p:cNvPr>
          <p:cNvSpPr>
            <a:spLocks noGrp="1"/>
          </p:cNvSpPr>
          <p:nvPr/>
        </p:nvSpPr>
        <p:spPr>
          <a:xfrm>
            <a:off x="609600" y="2609850"/>
            <a:ext cx="7239000" cy="571500"/>
          </a:xfrm>
          <a:prstGeom prst="rect">
            <a:avLst/>
          </a:prstGeom>
          <a:noFill/>
          <a:ln w="0">
            <a:noFill/>
            <a:prstDash val="solid"/>
          </a:ln>
        </p:spPr>
        <p:txBody>
          <a:bodyPr anchor="ctr"/>
          <a:lstStyle/>
          <a:p>
            <a:pPr algn="l">
              <a:defRPr sz="1575" b="0">
                <a:solidFill>
                  <a:srgbClr val="C4D5E2"/>
                </a:solidFill>
              </a:defRPr>
            </a:pPr>
            <a:r>
              <a:rPr sz="1575" b="0">
                <a:solidFill>
                  <a:srgbClr val="C4D5E2"/>
                </a:solidFill>
              </a:rPr>
              <a:t>Tienes 25 minutos para transformar una idea en una identidad que se pueda presentar.</a:t>
            </a:r>
          </a:p>
        </p:txBody>
      </p:sp>
      <p:sp>
        <p:nvSpPr>
          <p:cNvPr id="4" name="Rectángulo: esquinas redondeadas 3">
            <a:extLst>
              <a:ext uri="{FF2B5EF4-FFF2-40B4-BE49-F238E27FC236}">
                <a16:creationId xmlns:a16="http://schemas.microsoft.com/office/drawing/2014/main" id="{0E5F5691-A82B-450B-BA81-8932B41886AD}"/>
              </a:ext>
            </a:extLst>
          </p:cNvPr>
          <p:cNvSpPr>
            <a:spLocks noGrp="1"/>
          </p:cNvSpPr>
          <p:nvPr/>
        </p:nvSpPr>
        <p:spPr>
          <a:xfrm>
            <a:off x="609600" y="3676650"/>
            <a:ext cx="3333750" cy="1657350"/>
          </a:xfrm>
          <a:prstGeom prst="roundRect">
            <a:avLst>
              <a:gd name="adj" fmla="val 9195"/>
            </a:avLst>
          </a:prstGeom>
          <a:solidFill>
            <a:srgbClr val="FFFFFF"/>
          </a:solidFill>
          <a:ln w="0">
            <a:solidFill>
              <a:srgbClr val="FFFFFF"/>
            </a:solidFill>
            <a:prstDash val="solid"/>
          </a:ln>
        </p:spPr>
      </p:sp>
      <p:sp>
        <p:nvSpPr>
          <p:cNvPr id="5" name="Rectángulo 4">
            <a:extLst>
              <a:ext uri="{FF2B5EF4-FFF2-40B4-BE49-F238E27FC236}">
                <a16:creationId xmlns:a16="http://schemas.microsoft.com/office/drawing/2014/main" id="{3AECDC0F-5363-4C4A-BF78-D99858F96285}"/>
              </a:ext>
            </a:extLst>
          </p:cNvPr>
          <p:cNvSpPr>
            <a:spLocks noGrp="1"/>
          </p:cNvSpPr>
          <p:nvPr/>
        </p:nvSpPr>
        <p:spPr>
          <a:xfrm>
            <a:off x="819150" y="3867150"/>
            <a:ext cx="495300" cy="323850"/>
          </a:xfrm>
          <a:prstGeom prst="rect">
            <a:avLst/>
          </a:prstGeom>
          <a:noFill/>
          <a:ln w="0">
            <a:noFill/>
            <a:prstDash val="solid"/>
          </a:ln>
        </p:spPr>
        <p:txBody>
          <a:bodyPr anchor="ctr"/>
          <a:lstStyle/>
          <a:p>
            <a:pPr algn="l">
              <a:defRPr sz="1350" b="1">
                <a:solidFill>
                  <a:srgbClr val="F26B4E"/>
                </a:solidFill>
              </a:defRPr>
            </a:pPr>
            <a:r>
              <a:rPr sz="1350" b="1">
                <a:solidFill>
                  <a:srgbClr val="F26B4E"/>
                </a:solidFill>
              </a:rPr>
              <a:t>01</a:t>
            </a:r>
          </a:p>
        </p:txBody>
      </p:sp>
      <p:sp>
        <p:nvSpPr>
          <p:cNvPr id="6" name="Rectángulo 5">
            <a:extLst>
              <a:ext uri="{FF2B5EF4-FFF2-40B4-BE49-F238E27FC236}">
                <a16:creationId xmlns:a16="http://schemas.microsoft.com/office/drawing/2014/main" id="{8EBF82D6-41C1-402B-9404-742A38EB1A7C}"/>
              </a:ext>
            </a:extLst>
          </p:cNvPr>
          <p:cNvSpPr>
            <a:spLocks noGrp="1"/>
          </p:cNvSpPr>
          <p:nvPr/>
        </p:nvSpPr>
        <p:spPr>
          <a:xfrm>
            <a:off x="819150" y="4305300"/>
            <a:ext cx="2914650" cy="304800"/>
          </a:xfrm>
          <a:prstGeom prst="rect">
            <a:avLst/>
          </a:prstGeom>
          <a:noFill/>
          <a:ln w="0">
            <a:noFill/>
            <a:prstDash val="solid"/>
          </a:ln>
        </p:spPr>
        <p:txBody>
          <a:bodyPr anchor="ctr"/>
          <a:lstStyle/>
          <a:p>
            <a:pPr algn="l">
              <a:defRPr sz="1200" b="1">
                <a:solidFill>
                  <a:srgbClr val="0B1F3A"/>
                </a:solidFill>
              </a:defRPr>
            </a:pPr>
            <a:r>
              <a:rPr sz="1200" b="1">
                <a:solidFill>
                  <a:srgbClr val="0B1F3A"/>
                </a:solidFill>
              </a:rPr>
              <a:t>EQUIPO + NOMBRE</a:t>
            </a:r>
          </a:p>
        </p:txBody>
      </p:sp>
      <p:sp>
        <p:nvSpPr>
          <p:cNvPr id="7" name="Rectángulo 6">
            <a:extLst>
              <a:ext uri="{FF2B5EF4-FFF2-40B4-BE49-F238E27FC236}">
                <a16:creationId xmlns:a16="http://schemas.microsoft.com/office/drawing/2014/main" id="{1368E2A5-80DB-4284-8F20-CD0A4D372F62}"/>
              </a:ext>
            </a:extLst>
          </p:cNvPr>
          <p:cNvSpPr>
            <a:spLocks noGrp="1"/>
          </p:cNvSpPr>
          <p:nvPr/>
        </p:nvSpPr>
        <p:spPr>
          <a:xfrm>
            <a:off x="819150" y="4686300"/>
            <a:ext cx="2914650" cy="457200"/>
          </a:xfrm>
          <a:prstGeom prst="rect">
            <a:avLst/>
          </a:prstGeom>
          <a:noFill/>
          <a:ln w="0">
            <a:noFill/>
            <a:prstDash val="solid"/>
          </a:ln>
        </p:spPr>
        <p:txBody>
          <a:bodyPr anchor="ctr"/>
          <a:lstStyle/>
          <a:p>
            <a:pPr algn="l">
              <a:defRPr sz="1125" b="0">
                <a:solidFill>
                  <a:srgbClr val="60758A"/>
                </a:solidFill>
              </a:defRPr>
            </a:pPr>
            <a:r>
              <a:rPr sz="1125" b="0">
                <a:solidFill>
                  <a:srgbClr val="60758A"/>
                </a:solidFill>
              </a:rPr>
              <a:t>Repartid roles y elegid una idea.</a:t>
            </a:r>
          </a:p>
        </p:txBody>
      </p:sp>
      <p:sp>
        <p:nvSpPr>
          <p:cNvPr id="8" name="Rectángulo: esquinas redondeadas 7">
            <a:extLst>
              <a:ext uri="{FF2B5EF4-FFF2-40B4-BE49-F238E27FC236}">
                <a16:creationId xmlns:a16="http://schemas.microsoft.com/office/drawing/2014/main" id="{294D3FBB-3F9E-424E-889A-0C15C464B026}"/>
              </a:ext>
            </a:extLst>
          </p:cNvPr>
          <p:cNvSpPr>
            <a:spLocks noGrp="1"/>
          </p:cNvSpPr>
          <p:nvPr/>
        </p:nvSpPr>
        <p:spPr>
          <a:xfrm>
            <a:off x="4248150" y="3676650"/>
            <a:ext cx="3333750" cy="1657350"/>
          </a:xfrm>
          <a:prstGeom prst="roundRect">
            <a:avLst>
              <a:gd name="adj" fmla="val 9195"/>
            </a:avLst>
          </a:prstGeom>
          <a:solidFill>
            <a:srgbClr val="FFFFFF"/>
          </a:solidFill>
          <a:ln w="0">
            <a:solidFill>
              <a:srgbClr val="FFFFFF"/>
            </a:solidFill>
            <a:prstDash val="solid"/>
          </a:ln>
        </p:spPr>
      </p:sp>
      <p:sp>
        <p:nvSpPr>
          <p:cNvPr id="9" name="Rectángulo 8">
            <a:extLst>
              <a:ext uri="{FF2B5EF4-FFF2-40B4-BE49-F238E27FC236}">
                <a16:creationId xmlns:a16="http://schemas.microsoft.com/office/drawing/2014/main" id="{7A7A0B62-3B48-4535-B60B-2FAE4DE8C3BC}"/>
              </a:ext>
            </a:extLst>
          </p:cNvPr>
          <p:cNvSpPr>
            <a:spLocks noGrp="1"/>
          </p:cNvSpPr>
          <p:nvPr/>
        </p:nvSpPr>
        <p:spPr>
          <a:xfrm>
            <a:off x="4457700" y="3867150"/>
            <a:ext cx="495300" cy="323850"/>
          </a:xfrm>
          <a:prstGeom prst="rect">
            <a:avLst/>
          </a:prstGeom>
          <a:noFill/>
          <a:ln w="0">
            <a:noFill/>
            <a:prstDash val="solid"/>
          </a:ln>
        </p:spPr>
        <p:txBody>
          <a:bodyPr anchor="ctr"/>
          <a:lstStyle/>
          <a:p>
            <a:pPr algn="l">
              <a:defRPr sz="1350" b="1">
                <a:solidFill>
                  <a:srgbClr val="F26B4E"/>
                </a:solidFill>
              </a:defRPr>
            </a:pPr>
            <a:r>
              <a:rPr sz="1350" b="1">
                <a:solidFill>
                  <a:srgbClr val="F26B4E"/>
                </a:solidFill>
              </a:rPr>
              <a:t>02</a:t>
            </a:r>
          </a:p>
        </p:txBody>
      </p:sp>
      <p:sp>
        <p:nvSpPr>
          <p:cNvPr id="10" name="Rectángulo 9">
            <a:extLst>
              <a:ext uri="{FF2B5EF4-FFF2-40B4-BE49-F238E27FC236}">
                <a16:creationId xmlns:a16="http://schemas.microsoft.com/office/drawing/2014/main" id="{6723E167-D3FE-4542-923F-3D3A37CC9EEC}"/>
              </a:ext>
            </a:extLst>
          </p:cNvPr>
          <p:cNvSpPr>
            <a:spLocks noGrp="1"/>
          </p:cNvSpPr>
          <p:nvPr/>
        </p:nvSpPr>
        <p:spPr>
          <a:xfrm>
            <a:off x="4457700" y="4305300"/>
            <a:ext cx="2914650" cy="304800"/>
          </a:xfrm>
          <a:prstGeom prst="rect">
            <a:avLst/>
          </a:prstGeom>
          <a:noFill/>
          <a:ln w="0">
            <a:noFill/>
            <a:prstDash val="solid"/>
          </a:ln>
        </p:spPr>
        <p:txBody>
          <a:bodyPr anchor="ctr"/>
          <a:lstStyle/>
          <a:p>
            <a:pPr algn="l">
              <a:defRPr sz="1200" b="1">
                <a:solidFill>
                  <a:srgbClr val="0B1F3A"/>
                </a:solidFill>
              </a:defRPr>
            </a:pPr>
            <a:r>
              <a:rPr sz="1200" b="1">
                <a:solidFill>
                  <a:srgbClr val="0B1F3A"/>
                </a:solidFill>
              </a:rPr>
              <a:t>PROBLEMA + CLIENTE</a:t>
            </a:r>
          </a:p>
        </p:txBody>
      </p:sp>
      <p:sp>
        <p:nvSpPr>
          <p:cNvPr id="11" name="Rectángulo 10">
            <a:extLst>
              <a:ext uri="{FF2B5EF4-FFF2-40B4-BE49-F238E27FC236}">
                <a16:creationId xmlns:a16="http://schemas.microsoft.com/office/drawing/2014/main" id="{F4FC748E-1D38-4CB8-90B6-77257CC71970}"/>
              </a:ext>
            </a:extLst>
          </p:cNvPr>
          <p:cNvSpPr>
            <a:spLocks noGrp="1"/>
          </p:cNvSpPr>
          <p:nvPr/>
        </p:nvSpPr>
        <p:spPr>
          <a:xfrm>
            <a:off x="4457700" y="4686300"/>
            <a:ext cx="2914650" cy="457200"/>
          </a:xfrm>
          <a:prstGeom prst="rect">
            <a:avLst/>
          </a:prstGeom>
          <a:noFill/>
          <a:ln w="0">
            <a:noFill/>
            <a:prstDash val="solid"/>
          </a:ln>
        </p:spPr>
        <p:txBody>
          <a:bodyPr anchor="ctr"/>
          <a:lstStyle/>
          <a:p>
            <a:pPr algn="l">
              <a:defRPr sz="1125" b="0">
                <a:solidFill>
                  <a:srgbClr val="60758A"/>
                </a:solidFill>
              </a:defRPr>
            </a:pPr>
            <a:r>
              <a:rPr sz="1125" b="0">
                <a:solidFill>
                  <a:srgbClr val="60758A"/>
                </a:solidFill>
              </a:rPr>
              <a:t>¿A quién ayudáis y con qué?</a:t>
            </a:r>
          </a:p>
        </p:txBody>
      </p:sp>
      <p:sp>
        <p:nvSpPr>
          <p:cNvPr id="12" name="Rectángulo: esquinas redondeadas 11">
            <a:extLst>
              <a:ext uri="{FF2B5EF4-FFF2-40B4-BE49-F238E27FC236}">
                <a16:creationId xmlns:a16="http://schemas.microsoft.com/office/drawing/2014/main" id="{4D60B3EF-A53A-456F-9306-7197767E7B75}"/>
              </a:ext>
            </a:extLst>
          </p:cNvPr>
          <p:cNvSpPr>
            <a:spLocks noGrp="1"/>
          </p:cNvSpPr>
          <p:nvPr/>
        </p:nvSpPr>
        <p:spPr>
          <a:xfrm>
            <a:off x="7886700" y="3676650"/>
            <a:ext cx="3333750" cy="1657350"/>
          </a:xfrm>
          <a:prstGeom prst="roundRect">
            <a:avLst>
              <a:gd name="adj" fmla="val 9195"/>
            </a:avLst>
          </a:prstGeom>
          <a:solidFill>
            <a:srgbClr val="F6B94A"/>
          </a:solidFill>
          <a:ln w="0">
            <a:solidFill>
              <a:srgbClr val="F6B94A"/>
            </a:solidFill>
            <a:prstDash val="solid"/>
          </a:ln>
        </p:spPr>
      </p:sp>
      <p:sp>
        <p:nvSpPr>
          <p:cNvPr id="13" name="Rectángulo 12">
            <a:extLst>
              <a:ext uri="{FF2B5EF4-FFF2-40B4-BE49-F238E27FC236}">
                <a16:creationId xmlns:a16="http://schemas.microsoft.com/office/drawing/2014/main" id="{CC007F79-CF4B-46C4-8E5E-604BA8E08518}"/>
              </a:ext>
            </a:extLst>
          </p:cNvPr>
          <p:cNvSpPr>
            <a:spLocks noGrp="1"/>
          </p:cNvSpPr>
          <p:nvPr/>
        </p:nvSpPr>
        <p:spPr>
          <a:xfrm>
            <a:off x="8096250" y="3867150"/>
            <a:ext cx="495300" cy="323850"/>
          </a:xfrm>
          <a:prstGeom prst="rect">
            <a:avLst/>
          </a:prstGeom>
          <a:noFill/>
          <a:ln w="0">
            <a:noFill/>
            <a:prstDash val="solid"/>
          </a:ln>
        </p:spPr>
        <p:txBody>
          <a:bodyPr anchor="ctr"/>
          <a:lstStyle/>
          <a:p>
            <a:pPr algn="l">
              <a:defRPr sz="1350" b="1">
                <a:solidFill>
                  <a:srgbClr val="0B1F3A"/>
                </a:solidFill>
              </a:defRPr>
            </a:pPr>
            <a:r>
              <a:rPr sz="1350" b="1">
                <a:solidFill>
                  <a:srgbClr val="0B1F3A"/>
                </a:solidFill>
              </a:rPr>
              <a:t>03</a:t>
            </a:r>
          </a:p>
        </p:txBody>
      </p:sp>
      <p:sp>
        <p:nvSpPr>
          <p:cNvPr id="14" name="Rectángulo 13">
            <a:extLst>
              <a:ext uri="{FF2B5EF4-FFF2-40B4-BE49-F238E27FC236}">
                <a16:creationId xmlns:a16="http://schemas.microsoft.com/office/drawing/2014/main" id="{4596947D-2488-4D1C-997E-6DC0A71B5EB0}"/>
              </a:ext>
            </a:extLst>
          </p:cNvPr>
          <p:cNvSpPr>
            <a:spLocks noGrp="1"/>
          </p:cNvSpPr>
          <p:nvPr/>
        </p:nvSpPr>
        <p:spPr>
          <a:xfrm>
            <a:off x="8096250" y="4305300"/>
            <a:ext cx="2914650" cy="304800"/>
          </a:xfrm>
          <a:prstGeom prst="rect">
            <a:avLst/>
          </a:prstGeom>
          <a:noFill/>
          <a:ln w="0">
            <a:noFill/>
            <a:prstDash val="solid"/>
          </a:ln>
        </p:spPr>
        <p:txBody>
          <a:bodyPr anchor="ctr"/>
          <a:lstStyle/>
          <a:p>
            <a:pPr algn="l">
              <a:defRPr sz="1200" b="1">
                <a:solidFill>
                  <a:srgbClr val="0B1F3A"/>
                </a:solidFill>
              </a:defRPr>
            </a:pPr>
            <a:r>
              <a:rPr sz="1200" b="1">
                <a:solidFill>
                  <a:srgbClr val="0B1F3A"/>
                </a:solidFill>
              </a:rPr>
              <a:t>PITCH DE 30 s</a:t>
            </a:r>
          </a:p>
        </p:txBody>
      </p:sp>
      <p:sp>
        <p:nvSpPr>
          <p:cNvPr id="15" name="Rectángulo 14">
            <a:extLst>
              <a:ext uri="{FF2B5EF4-FFF2-40B4-BE49-F238E27FC236}">
                <a16:creationId xmlns:a16="http://schemas.microsoft.com/office/drawing/2014/main" id="{9269C4D2-8C9F-4419-B4D4-9778DF7504DE}"/>
              </a:ext>
            </a:extLst>
          </p:cNvPr>
          <p:cNvSpPr>
            <a:spLocks noGrp="1"/>
          </p:cNvSpPr>
          <p:nvPr/>
        </p:nvSpPr>
        <p:spPr>
          <a:xfrm>
            <a:off x="8096250" y="4686300"/>
            <a:ext cx="2914650" cy="457200"/>
          </a:xfrm>
          <a:prstGeom prst="rect">
            <a:avLst/>
          </a:prstGeom>
          <a:noFill/>
          <a:ln w="0">
            <a:noFill/>
            <a:prstDash val="solid"/>
          </a:ln>
        </p:spPr>
        <p:txBody>
          <a:bodyPr anchor="ctr"/>
          <a:lstStyle/>
          <a:p>
            <a:pPr algn="l">
              <a:defRPr sz="1125" b="0">
                <a:solidFill>
                  <a:srgbClr val="60758A"/>
                </a:solidFill>
              </a:defRPr>
            </a:pPr>
            <a:r>
              <a:rPr sz="1125" b="0">
                <a:solidFill>
                  <a:srgbClr val="60758A"/>
                </a:solidFill>
              </a:rPr>
              <a:t>Contad por qué vuestra empresa importa.</a:t>
            </a:r>
          </a:p>
        </p:txBody>
      </p:sp>
      <p:sp>
        <p:nvSpPr>
          <p:cNvPr id="16" name="Rectángulo 15">
            <a:extLst>
              <a:ext uri="{FF2B5EF4-FFF2-40B4-BE49-F238E27FC236}">
                <a16:creationId xmlns:a16="http://schemas.microsoft.com/office/drawing/2014/main" id="{C7B9DD40-7930-4ADE-B338-7BEB38A054FA}"/>
              </a:ext>
            </a:extLst>
          </p:cNvPr>
          <p:cNvSpPr>
            <a:spLocks noGrp="1"/>
          </p:cNvSpPr>
          <p:nvPr/>
        </p:nvSpPr>
        <p:spPr>
          <a:xfrm>
            <a:off x="609600" y="5848350"/>
            <a:ext cx="5905500" cy="381000"/>
          </a:xfrm>
          <a:prstGeom prst="rect">
            <a:avLst/>
          </a:prstGeom>
          <a:noFill/>
          <a:ln w="0">
            <a:noFill/>
            <a:prstDash val="solid"/>
          </a:ln>
        </p:spPr>
        <p:txBody>
          <a:bodyPr anchor="ctr"/>
          <a:lstStyle/>
          <a:p>
            <a:pPr algn="l">
              <a:defRPr sz="2100" b="1">
                <a:solidFill>
                  <a:srgbClr val="22C9C3"/>
                </a:solidFill>
              </a:defRPr>
            </a:pPr>
            <a:r>
              <a:rPr sz="2100" b="1">
                <a:solidFill>
                  <a:srgbClr val="22C9C3"/>
                </a:solidFill>
              </a:rPr>
              <a:t>¿Preparados para abrir?</a:t>
            </a:r>
          </a:p>
        </p:txBody>
      </p:sp>
      <p:sp>
        <p:nvSpPr>
          <p:cNvPr id="17" name="Rectángulo 16">
            <a:extLst>
              <a:ext uri="{FF2B5EF4-FFF2-40B4-BE49-F238E27FC236}">
                <a16:creationId xmlns:a16="http://schemas.microsoft.com/office/drawing/2014/main" id="{B49006A7-13B7-45CA-A65A-2B97771A8E74}"/>
              </a:ext>
            </a:extLst>
          </p:cNvPr>
          <p:cNvSpPr>
            <a:spLocks noGrp="1"/>
          </p:cNvSpPr>
          <p:nvPr/>
        </p:nvSpPr>
        <p:spPr>
          <a:xfrm>
            <a:off x="9334500" y="5924550"/>
            <a:ext cx="2247900" cy="228600"/>
          </a:xfrm>
          <a:prstGeom prst="rect">
            <a:avLst/>
          </a:prstGeom>
          <a:noFill/>
          <a:ln w="0">
            <a:noFill/>
            <a:prstDash val="solid"/>
          </a:ln>
        </p:spPr>
        <p:txBody>
          <a:bodyPr anchor="ctr"/>
          <a:lstStyle/>
          <a:p>
            <a:pPr algn="r">
              <a:defRPr sz="975" b="1">
                <a:solidFill>
                  <a:srgbClr val="FFFFFF"/>
                </a:solidFill>
              </a:defRPr>
            </a:pPr>
            <a:r>
              <a:rPr sz="975" b="1">
                <a:solidFill>
                  <a:srgbClr val="FFFFFF"/>
                </a:solidFill>
              </a:rPr>
              <a:t>AOF · 2026–2027</a:t>
            </a:r>
          </a:p>
        </p:txBody>
      </p:sp>
    </p:spTree>
    <p:extLst>
      <p:ext uri="{BB962C8B-B14F-4D97-AF65-F5344CB8AC3E}">
        <p14:creationId xmlns:p14="http://schemas.microsoft.com/office/powerpoint/2010/main" val="188412090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958</Words>
  <Application>Microsoft Office PowerPoint</Application>
  <DocSecurity>0</DocSecurity>
  <PresentationFormat>Panorámica</PresentationFormat>
  <Paragraphs>184</Paragraphs>
  <Slides>8</Slides>
  <Notes>8</Notes>
  <HiddenSlides>0</HiddenSlides>
  <MMClips>0</MMClips>
  <ScaleCrop>false</ScaleCrop>
  <HeadingPairs>
    <vt:vector size="6" baseType="variant">
      <vt:variant>
        <vt:lpstr>Fuentes usadas</vt:lpstr>
      </vt:variant>
      <vt:variant>
        <vt:i4>1</vt:i4>
      </vt:variant>
      <vt:variant>
        <vt:lpstr>Tema</vt:lpstr>
      </vt:variant>
      <vt:variant>
        <vt:i4>1</vt:i4>
      </vt:variant>
      <vt:variant>
        <vt:lpstr>Títulos de diapositiva</vt:lpstr>
      </vt:variant>
      <vt:variant>
        <vt:i4>8</vt:i4>
      </vt:variant>
    </vt:vector>
  </HeadingPairs>
  <TitlesOfParts>
    <vt:vector size="10" baseType="lpstr">
      <vt:lpstr>Calibri</vt:lpstr>
      <vt:lpstr>ChatGPT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david molina</cp:lastModifiedBy>
  <cp:revision>1</cp:revision>
  <dcterms:created xsi:type="dcterms:W3CDTF">2026-08-31T08:30:29Z</dcterms:created>
  <dcterms:modified xsi:type="dcterms:W3CDTF">2026-09-01T09:56:24Z</dcterms:modified>
</cp:coreProperties>
</file>